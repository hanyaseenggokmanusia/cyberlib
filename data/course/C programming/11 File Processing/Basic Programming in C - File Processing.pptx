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1" r:id="rId1"/>
  </p:sldMasterIdLst>
  <p:notesMasterIdLst>
    <p:notesMasterId r:id="rId20"/>
  </p:notesMasterIdLst>
  <p:sldIdLst>
    <p:sldId id="256" r:id="rId2"/>
    <p:sldId id="25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9" r:id="rId14"/>
    <p:sldId id="338" r:id="rId15"/>
    <p:sldId id="341" r:id="rId16"/>
    <p:sldId id="342" r:id="rId17"/>
    <p:sldId id="269" r:id="rId18"/>
    <p:sldId id="28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9062C-7A49-41DB-8A0D-24F8B023C7F3}" v="86" dt="2022-11-19T05:55:03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ra Dwi Rianto" userId="56ba3eeb-817e-4a52-8b0b-33eaae7f6d0e" providerId="ADAL" clId="{78136729-E9DE-4D1A-A385-52C4685F6AE8}"/>
    <pc:docChg chg="undo custSel addSld delSld modSld">
      <pc:chgData name="Indra Dwi Rianto" userId="56ba3eeb-817e-4a52-8b0b-33eaae7f6d0e" providerId="ADAL" clId="{78136729-E9DE-4D1A-A385-52C4685F6AE8}" dt="2021-11-19T03:45:46.925" v="59"/>
      <pc:docMkLst>
        <pc:docMk/>
      </pc:docMkLst>
      <pc:sldChg chg="addSp delSp modSp mod addAnim delAnim modAnim">
        <pc:chgData name="Indra Dwi Rianto" userId="56ba3eeb-817e-4a52-8b0b-33eaae7f6d0e" providerId="ADAL" clId="{78136729-E9DE-4D1A-A385-52C4685F6AE8}" dt="2021-11-19T03:43:46.110" v="49"/>
        <pc:sldMkLst>
          <pc:docMk/>
          <pc:sldMk cId="4263959193" sldId="258"/>
        </pc:sldMkLst>
        <pc:spChg chg="add del mod">
          <ac:chgData name="Indra Dwi Rianto" userId="56ba3eeb-817e-4a52-8b0b-33eaae7f6d0e" providerId="ADAL" clId="{78136729-E9DE-4D1A-A385-52C4685F6AE8}" dt="2021-11-19T03:43:46.110" v="49"/>
          <ac:spMkLst>
            <pc:docMk/>
            <pc:sldMk cId="4263959193" sldId="258"/>
            <ac:spMk id="4" creationId="{E00A41FD-D336-4A74-B851-4B79B34A8302}"/>
          </ac:spMkLst>
        </pc:spChg>
        <pc:spChg chg="add del mod">
          <ac:chgData name="Indra Dwi Rianto" userId="56ba3eeb-817e-4a52-8b0b-33eaae7f6d0e" providerId="ADAL" clId="{78136729-E9DE-4D1A-A385-52C4685F6AE8}" dt="2021-11-19T03:38:55.325" v="9" actId="21"/>
          <ac:spMkLst>
            <pc:docMk/>
            <pc:sldMk cId="4263959193" sldId="258"/>
            <ac:spMk id="5" creationId="{489963E4-E194-4FFF-939D-1EED9B685615}"/>
          </ac:spMkLst>
        </pc:spChg>
        <pc:spChg chg="add del mod">
          <ac:chgData name="Indra Dwi Rianto" userId="56ba3eeb-817e-4a52-8b0b-33eaae7f6d0e" providerId="ADAL" clId="{78136729-E9DE-4D1A-A385-52C4685F6AE8}" dt="2021-11-19T03:39:04.205" v="11"/>
          <ac:spMkLst>
            <pc:docMk/>
            <pc:sldMk cId="4263959193" sldId="258"/>
            <ac:spMk id="9" creationId="{1869F685-6678-4CC3-BF97-F0B4132AE867}"/>
          </ac:spMkLst>
        </pc:spChg>
        <pc:picChg chg="add del">
          <ac:chgData name="Indra Dwi Rianto" userId="56ba3eeb-817e-4a52-8b0b-33eaae7f6d0e" providerId="ADAL" clId="{78136729-E9DE-4D1A-A385-52C4685F6AE8}" dt="2021-11-19T03:38:58.316" v="10" actId="478"/>
          <ac:picMkLst>
            <pc:docMk/>
            <pc:sldMk cId="4263959193" sldId="258"/>
            <ac:picMk id="4" creationId="{9FC21419-6117-435F-BF0C-B07FD7D3758E}"/>
          </ac:picMkLst>
        </pc:picChg>
        <pc:picChg chg="add mod">
          <ac:chgData name="Indra Dwi Rianto" userId="56ba3eeb-817e-4a52-8b0b-33eaae7f6d0e" providerId="ADAL" clId="{78136729-E9DE-4D1A-A385-52C4685F6AE8}" dt="2021-11-19T03:43:46.110" v="49"/>
          <ac:picMkLst>
            <pc:docMk/>
            <pc:sldMk cId="4263959193" sldId="258"/>
            <ac:picMk id="5" creationId="{946B52D1-D1F7-464D-A9DA-C457C153F629}"/>
          </ac:picMkLst>
        </pc:picChg>
        <pc:picChg chg="add mod">
          <ac:chgData name="Indra Dwi Rianto" userId="56ba3eeb-817e-4a52-8b0b-33eaae7f6d0e" providerId="ADAL" clId="{78136729-E9DE-4D1A-A385-52C4685F6AE8}" dt="2021-11-19T03:38:32.221" v="2"/>
          <ac:picMkLst>
            <pc:docMk/>
            <pc:sldMk cId="4263959193" sldId="258"/>
            <ac:picMk id="6" creationId="{A5FB14B0-09DB-438F-B728-84A3B806D582}"/>
          </ac:picMkLst>
        </pc:picChg>
        <pc:picChg chg="add mod">
          <ac:chgData name="Indra Dwi Rianto" userId="56ba3eeb-817e-4a52-8b0b-33eaae7f6d0e" providerId="ADAL" clId="{78136729-E9DE-4D1A-A385-52C4685F6AE8}" dt="2021-11-19T03:38:54.726" v="8"/>
          <ac:picMkLst>
            <pc:docMk/>
            <pc:sldMk cId="4263959193" sldId="258"/>
            <ac:picMk id="7" creationId="{9DF938B4-F417-4349-B32C-D71A4860667E}"/>
          </ac:picMkLst>
        </pc:picChg>
        <pc:picChg chg="add del mod">
          <ac:chgData name="Indra Dwi Rianto" userId="56ba3eeb-817e-4a52-8b0b-33eaae7f6d0e" providerId="ADAL" clId="{78136729-E9DE-4D1A-A385-52C4685F6AE8}" dt="2021-11-19T03:42:44.729" v="48" actId="478"/>
          <ac:picMkLst>
            <pc:docMk/>
            <pc:sldMk cId="4263959193" sldId="258"/>
            <ac:picMk id="10" creationId="{44735B65-2DD1-4775-A9DD-C0B0611DC796}"/>
          </ac:picMkLst>
        </pc:picChg>
      </pc:sldChg>
      <pc:sldChg chg="addSp delSp modSp mod addAnim delAnim modAnim">
        <pc:chgData name="Indra Dwi Rianto" userId="56ba3eeb-817e-4a52-8b0b-33eaae7f6d0e" providerId="ADAL" clId="{78136729-E9DE-4D1A-A385-52C4685F6AE8}" dt="2021-11-19T03:43:59.499" v="50"/>
        <pc:sldMkLst>
          <pc:docMk/>
          <pc:sldMk cId="2777830365" sldId="260"/>
        </pc:sldMkLst>
        <pc:spChg chg="add del mod">
          <ac:chgData name="Indra Dwi Rianto" userId="56ba3eeb-817e-4a52-8b0b-33eaae7f6d0e" providerId="ADAL" clId="{78136729-E9DE-4D1A-A385-52C4685F6AE8}" dt="2021-11-19T03:43:59.499" v="50"/>
          <ac:spMkLst>
            <pc:docMk/>
            <pc:sldMk cId="2777830365" sldId="260"/>
            <ac:spMk id="4" creationId="{70AB78AC-3A7E-4D60-AA9D-9F5A90AFE940}"/>
          </ac:spMkLst>
        </pc:spChg>
        <pc:spChg chg="add del mod">
          <ac:chgData name="Indra Dwi Rianto" userId="56ba3eeb-817e-4a52-8b0b-33eaae7f6d0e" providerId="ADAL" clId="{78136729-E9DE-4D1A-A385-52C4685F6AE8}" dt="2021-11-19T03:38:53.440" v="7" actId="478"/>
          <ac:spMkLst>
            <pc:docMk/>
            <pc:sldMk cId="2777830365" sldId="260"/>
            <ac:spMk id="5" creationId="{979FC7AC-0615-45EF-B089-960C51A7F9AE}"/>
          </ac:spMkLst>
        </pc:spChg>
        <pc:spChg chg="add del mod">
          <ac:chgData name="Indra Dwi Rianto" userId="56ba3eeb-817e-4a52-8b0b-33eaae7f6d0e" providerId="ADAL" clId="{78136729-E9DE-4D1A-A385-52C4685F6AE8}" dt="2021-11-19T03:40:00.328" v="28"/>
          <ac:spMkLst>
            <pc:docMk/>
            <pc:sldMk cId="2777830365" sldId="260"/>
            <ac:spMk id="7" creationId="{DAF15819-E72D-4A6F-9CEB-F0CE2B00C8B5}"/>
          </ac:spMkLst>
        </pc:spChg>
        <pc:picChg chg="add del">
          <ac:chgData name="Indra Dwi Rianto" userId="56ba3eeb-817e-4a52-8b0b-33eaae7f6d0e" providerId="ADAL" clId="{78136729-E9DE-4D1A-A385-52C4685F6AE8}" dt="2021-11-19T03:39:07.853" v="12" actId="478"/>
          <ac:picMkLst>
            <pc:docMk/>
            <pc:sldMk cId="2777830365" sldId="260"/>
            <ac:picMk id="4" creationId="{83C6B438-633B-48AA-AF40-604C61D04E45}"/>
          </ac:picMkLst>
        </pc:picChg>
        <pc:picChg chg="add mod">
          <ac:chgData name="Indra Dwi Rianto" userId="56ba3eeb-817e-4a52-8b0b-33eaae7f6d0e" providerId="ADAL" clId="{78136729-E9DE-4D1A-A385-52C4685F6AE8}" dt="2021-11-19T03:43:59.499" v="50"/>
          <ac:picMkLst>
            <pc:docMk/>
            <pc:sldMk cId="2777830365" sldId="260"/>
            <ac:picMk id="5" creationId="{4418992D-679C-46E1-998C-E8BFA745C2C8}"/>
          </ac:picMkLst>
        </pc:picChg>
        <pc:picChg chg="add del mod">
          <ac:chgData name="Indra Dwi Rianto" userId="56ba3eeb-817e-4a52-8b0b-33eaae7f6d0e" providerId="ADAL" clId="{78136729-E9DE-4D1A-A385-52C4685F6AE8}" dt="2021-11-19T03:42:43.256" v="47" actId="478"/>
          <ac:picMkLst>
            <pc:docMk/>
            <pc:sldMk cId="2777830365" sldId="260"/>
            <ac:picMk id="8" creationId="{EDE6DEA5-3AB5-4442-AA7C-88459E73DF56}"/>
          </ac:picMkLst>
        </pc:picChg>
      </pc:sldChg>
      <pc:sldChg chg="addSp delSp modSp mod delAnim modAnim">
        <pc:chgData name="Indra Dwi Rianto" userId="56ba3eeb-817e-4a52-8b0b-33eaae7f6d0e" providerId="ADAL" clId="{78136729-E9DE-4D1A-A385-52C4685F6AE8}" dt="2021-11-19T03:44:07.072" v="51"/>
        <pc:sldMkLst>
          <pc:docMk/>
          <pc:sldMk cId="3151217143" sldId="261"/>
        </pc:sldMkLst>
        <pc:spChg chg="add del mod">
          <ac:chgData name="Indra Dwi Rianto" userId="56ba3eeb-817e-4a52-8b0b-33eaae7f6d0e" providerId="ADAL" clId="{78136729-E9DE-4D1A-A385-52C4685F6AE8}" dt="2021-11-19T03:44:07.072" v="51"/>
          <ac:spMkLst>
            <pc:docMk/>
            <pc:sldMk cId="3151217143" sldId="261"/>
            <ac:spMk id="4" creationId="{78B4B67A-F7E8-42E1-BF1D-0BBB481F3902}"/>
          </ac:spMkLst>
        </pc:spChg>
        <pc:spChg chg="add del mod">
          <ac:chgData name="Indra Dwi Rianto" userId="56ba3eeb-817e-4a52-8b0b-33eaae7f6d0e" providerId="ADAL" clId="{78136729-E9DE-4D1A-A385-52C4685F6AE8}" dt="2021-11-19T03:40:07.072" v="29"/>
          <ac:spMkLst>
            <pc:docMk/>
            <pc:sldMk cId="3151217143" sldId="261"/>
            <ac:spMk id="5" creationId="{E7A9553D-F737-41A3-85B6-C74FFC54C311}"/>
          </ac:spMkLst>
        </pc:spChg>
        <pc:picChg chg="del">
          <ac:chgData name="Indra Dwi Rianto" userId="56ba3eeb-817e-4a52-8b0b-33eaae7f6d0e" providerId="ADAL" clId="{78136729-E9DE-4D1A-A385-52C4685F6AE8}" dt="2021-11-19T03:39:09.269" v="13" actId="478"/>
          <ac:picMkLst>
            <pc:docMk/>
            <pc:sldMk cId="3151217143" sldId="261"/>
            <ac:picMk id="4" creationId="{67AD93F5-BEE6-4B68-B7DF-1DDB00C5F379}"/>
          </ac:picMkLst>
        </pc:picChg>
        <pc:picChg chg="add mod">
          <ac:chgData name="Indra Dwi Rianto" userId="56ba3eeb-817e-4a52-8b0b-33eaae7f6d0e" providerId="ADAL" clId="{78136729-E9DE-4D1A-A385-52C4685F6AE8}" dt="2021-11-19T03:44:07.072" v="51"/>
          <ac:picMkLst>
            <pc:docMk/>
            <pc:sldMk cId="3151217143" sldId="261"/>
            <ac:picMk id="5" creationId="{3437C833-2106-4D44-A56D-8C5ED156BB8A}"/>
          </ac:picMkLst>
        </pc:picChg>
        <pc:picChg chg="add del mod">
          <ac:chgData name="Indra Dwi Rianto" userId="56ba3eeb-817e-4a52-8b0b-33eaae7f6d0e" providerId="ADAL" clId="{78136729-E9DE-4D1A-A385-52C4685F6AE8}" dt="2021-11-19T03:42:42.109" v="46" actId="478"/>
          <ac:picMkLst>
            <pc:docMk/>
            <pc:sldMk cId="3151217143" sldId="261"/>
            <ac:picMk id="6" creationId="{F506C635-735A-4CBE-82C4-5014F8008249}"/>
          </ac:picMkLst>
        </pc:picChg>
      </pc:sldChg>
      <pc:sldChg chg="addSp delSp modSp mod delAnim modAnim">
        <pc:chgData name="Indra Dwi Rianto" userId="56ba3eeb-817e-4a52-8b0b-33eaae7f6d0e" providerId="ADAL" clId="{78136729-E9DE-4D1A-A385-52C4685F6AE8}" dt="2021-11-19T03:45:12.444" v="56"/>
        <pc:sldMkLst>
          <pc:docMk/>
          <pc:sldMk cId="1106463937" sldId="262"/>
        </pc:sldMkLst>
        <pc:spChg chg="add del mod">
          <ac:chgData name="Indra Dwi Rianto" userId="56ba3eeb-817e-4a52-8b0b-33eaae7f6d0e" providerId="ADAL" clId="{78136729-E9DE-4D1A-A385-52C4685F6AE8}" dt="2021-11-19T03:45:12.444" v="56"/>
          <ac:spMkLst>
            <pc:docMk/>
            <pc:sldMk cId="1106463937" sldId="262"/>
            <ac:spMk id="4" creationId="{945B509E-A971-4A92-B11D-FA7DC64DB2B4}"/>
          </ac:spMkLst>
        </pc:spChg>
        <pc:spChg chg="add del mod">
          <ac:chgData name="Indra Dwi Rianto" userId="56ba3eeb-817e-4a52-8b0b-33eaae7f6d0e" providerId="ADAL" clId="{78136729-E9DE-4D1A-A385-52C4685F6AE8}" dt="2021-11-19T03:40:53.967" v="34"/>
          <ac:spMkLst>
            <pc:docMk/>
            <pc:sldMk cId="1106463937" sldId="262"/>
            <ac:spMk id="5" creationId="{D9861EB2-12DB-4457-917F-339B036B0141}"/>
          </ac:spMkLst>
        </pc:spChg>
        <pc:picChg chg="add mod">
          <ac:chgData name="Indra Dwi Rianto" userId="56ba3eeb-817e-4a52-8b0b-33eaae7f6d0e" providerId="ADAL" clId="{78136729-E9DE-4D1A-A385-52C4685F6AE8}" dt="2021-11-19T03:45:12.444" v="56"/>
          <ac:picMkLst>
            <pc:docMk/>
            <pc:sldMk cId="1106463937" sldId="262"/>
            <ac:picMk id="3" creationId="{D363749F-4213-4634-8F16-52FEFE38FE89}"/>
          </ac:picMkLst>
        </pc:picChg>
        <pc:picChg chg="del">
          <ac:chgData name="Indra Dwi Rianto" userId="56ba3eeb-817e-4a52-8b0b-33eaae7f6d0e" providerId="ADAL" clId="{78136729-E9DE-4D1A-A385-52C4685F6AE8}" dt="2021-11-19T03:39:44.368" v="22" actId="478"/>
          <ac:picMkLst>
            <pc:docMk/>
            <pc:sldMk cId="1106463937" sldId="262"/>
            <ac:picMk id="4" creationId="{B1439FDB-3E03-420C-A4C5-215C56EB7E00}"/>
          </ac:picMkLst>
        </pc:picChg>
        <pc:picChg chg="add del mod">
          <ac:chgData name="Indra Dwi Rianto" userId="56ba3eeb-817e-4a52-8b0b-33eaae7f6d0e" providerId="ADAL" clId="{78136729-E9DE-4D1A-A385-52C4685F6AE8}" dt="2021-11-19T03:42:17.628" v="38" actId="478"/>
          <ac:picMkLst>
            <pc:docMk/>
            <pc:sldMk cId="1106463937" sldId="262"/>
            <ac:picMk id="6" creationId="{3ACC188E-C7C8-46ED-AEC6-E521AE269F3C}"/>
          </ac:picMkLst>
        </pc:picChg>
      </pc:sldChg>
      <pc:sldChg chg="addSp delSp modSp mod delAnim modAnim">
        <pc:chgData name="Indra Dwi Rianto" userId="56ba3eeb-817e-4a52-8b0b-33eaae7f6d0e" providerId="ADAL" clId="{78136729-E9DE-4D1A-A385-52C4685F6AE8}" dt="2021-11-19T03:45:29.713" v="57"/>
        <pc:sldMkLst>
          <pc:docMk/>
          <pc:sldMk cId="3361683047" sldId="263"/>
        </pc:sldMkLst>
        <pc:spChg chg="add del mod">
          <ac:chgData name="Indra Dwi Rianto" userId="56ba3eeb-817e-4a52-8b0b-33eaae7f6d0e" providerId="ADAL" clId="{78136729-E9DE-4D1A-A385-52C4685F6AE8}" dt="2021-11-19T03:45:29.713" v="57"/>
          <ac:spMkLst>
            <pc:docMk/>
            <pc:sldMk cId="3361683047" sldId="263"/>
            <ac:spMk id="4" creationId="{019A6C43-D146-43A8-8807-430DA9125636}"/>
          </ac:spMkLst>
        </pc:spChg>
        <pc:spChg chg="add del mod">
          <ac:chgData name="Indra Dwi Rianto" userId="56ba3eeb-817e-4a52-8b0b-33eaae7f6d0e" providerId="ADAL" clId="{78136729-E9DE-4D1A-A385-52C4685F6AE8}" dt="2021-11-19T03:41:02.134" v="35"/>
          <ac:spMkLst>
            <pc:docMk/>
            <pc:sldMk cId="3361683047" sldId="263"/>
            <ac:spMk id="5" creationId="{30C5CF74-A345-4DE9-A7BB-E5D53C8086E9}"/>
          </ac:spMkLst>
        </pc:spChg>
        <pc:picChg chg="del">
          <ac:chgData name="Indra Dwi Rianto" userId="56ba3eeb-817e-4a52-8b0b-33eaae7f6d0e" providerId="ADAL" clId="{78136729-E9DE-4D1A-A385-52C4685F6AE8}" dt="2021-11-19T03:39:46.147" v="23" actId="478"/>
          <ac:picMkLst>
            <pc:docMk/>
            <pc:sldMk cId="3361683047" sldId="263"/>
            <ac:picMk id="4" creationId="{7B0CEEA2-C8C1-461E-9782-932DC6CD219F}"/>
          </ac:picMkLst>
        </pc:picChg>
        <pc:picChg chg="add mod">
          <ac:chgData name="Indra Dwi Rianto" userId="56ba3eeb-817e-4a52-8b0b-33eaae7f6d0e" providerId="ADAL" clId="{78136729-E9DE-4D1A-A385-52C4685F6AE8}" dt="2021-11-19T03:45:29.713" v="57"/>
          <ac:picMkLst>
            <pc:docMk/>
            <pc:sldMk cId="3361683047" sldId="263"/>
            <ac:picMk id="5" creationId="{AEAED0C1-EBB8-41B6-9DDD-3BDB7A450AD8}"/>
          </ac:picMkLst>
        </pc:picChg>
        <pc:picChg chg="add del mod">
          <ac:chgData name="Indra Dwi Rianto" userId="56ba3eeb-817e-4a52-8b0b-33eaae7f6d0e" providerId="ADAL" clId="{78136729-E9DE-4D1A-A385-52C4685F6AE8}" dt="2021-11-19T03:42:30.055" v="39" actId="478"/>
          <ac:picMkLst>
            <pc:docMk/>
            <pc:sldMk cId="3361683047" sldId="263"/>
            <ac:picMk id="6" creationId="{987DEA2E-FF56-4AE5-8582-932ADD51AB95}"/>
          </ac:picMkLst>
        </pc:picChg>
      </pc:sldChg>
      <pc:sldChg chg="addSp delSp modSp add del mod delAnim modAnim">
        <pc:chgData name="Indra Dwi Rianto" userId="56ba3eeb-817e-4a52-8b0b-33eaae7f6d0e" providerId="ADAL" clId="{78136729-E9DE-4D1A-A385-52C4685F6AE8}" dt="2021-11-19T03:45:38.777" v="58"/>
        <pc:sldMkLst>
          <pc:docMk/>
          <pc:sldMk cId="1411046256" sldId="264"/>
        </pc:sldMkLst>
        <pc:spChg chg="add del mod">
          <ac:chgData name="Indra Dwi Rianto" userId="56ba3eeb-817e-4a52-8b0b-33eaae7f6d0e" providerId="ADAL" clId="{78136729-E9DE-4D1A-A385-52C4685F6AE8}" dt="2021-11-19T03:45:38.777" v="58"/>
          <ac:spMkLst>
            <pc:docMk/>
            <pc:sldMk cId="1411046256" sldId="264"/>
            <ac:spMk id="4" creationId="{71E50D9E-6EEE-474E-92D6-85509935FB1E}"/>
          </ac:spMkLst>
        </pc:spChg>
        <pc:spChg chg="add del mod">
          <ac:chgData name="Indra Dwi Rianto" userId="56ba3eeb-817e-4a52-8b0b-33eaae7f6d0e" providerId="ADAL" clId="{78136729-E9DE-4D1A-A385-52C4685F6AE8}" dt="2021-11-19T03:41:10.120" v="36"/>
          <ac:spMkLst>
            <pc:docMk/>
            <pc:sldMk cId="1411046256" sldId="264"/>
            <ac:spMk id="5" creationId="{24C5C2A0-5714-4B32-9AE7-02857559ED10}"/>
          </ac:spMkLst>
        </pc:spChg>
        <pc:picChg chg="del">
          <ac:chgData name="Indra Dwi Rianto" userId="56ba3eeb-817e-4a52-8b0b-33eaae7f6d0e" providerId="ADAL" clId="{78136729-E9DE-4D1A-A385-52C4685F6AE8}" dt="2021-11-19T03:39:50.073" v="26" actId="478"/>
          <ac:picMkLst>
            <pc:docMk/>
            <pc:sldMk cId="1411046256" sldId="264"/>
            <ac:picMk id="4" creationId="{F2CE453C-D677-45E8-9C83-DC06C1C72CC1}"/>
          </ac:picMkLst>
        </pc:picChg>
        <pc:picChg chg="add mod">
          <ac:chgData name="Indra Dwi Rianto" userId="56ba3eeb-817e-4a52-8b0b-33eaae7f6d0e" providerId="ADAL" clId="{78136729-E9DE-4D1A-A385-52C4685F6AE8}" dt="2021-11-19T03:45:38.777" v="58"/>
          <ac:picMkLst>
            <pc:docMk/>
            <pc:sldMk cId="1411046256" sldId="264"/>
            <ac:picMk id="5" creationId="{2EBB785D-287A-4CE5-8D1F-81EFC4CDC41A}"/>
          </ac:picMkLst>
        </pc:picChg>
        <pc:picChg chg="add del mod">
          <ac:chgData name="Indra Dwi Rianto" userId="56ba3eeb-817e-4a52-8b0b-33eaae7f6d0e" providerId="ADAL" clId="{78136729-E9DE-4D1A-A385-52C4685F6AE8}" dt="2021-11-19T03:42:32.795" v="41" actId="478"/>
          <ac:picMkLst>
            <pc:docMk/>
            <pc:sldMk cId="1411046256" sldId="264"/>
            <ac:picMk id="6" creationId="{5EA7D262-A77C-474E-B97C-AEBB74E70CAA}"/>
          </ac:picMkLst>
        </pc:picChg>
      </pc:sldChg>
      <pc:sldChg chg="addSp delSp modSp mod delAnim modAnim">
        <pc:chgData name="Indra Dwi Rianto" userId="56ba3eeb-817e-4a52-8b0b-33eaae7f6d0e" providerId="ADAL" clId="{78136729-E9DE-4D1A-A385-52C4685F6AE8}" dt="2021-11-19T03:45:46.925" v="59"/>
        <pc:sldMkLst>
          <pc:docMk/>
          <pc:sldMk cId="4185181906" sldId="265"/>
        </pc:sldMkLst>
        <pc:spChg chg="add del mod">
          <ac:chgData name="Indra Dwi Rianto" userId="56ba3eeb-817e-4a52-8b0b-33eaae7f6d0e" providerId="ADAL" clId="{78136729-E9DE-4D1A-A385-52C4685F6AE8}" dt="2021-11-19T03:45:46.925" v="59"/>
          <ac:spMkLst>
            <pc:docMk/>
            <pc:sldMk cId="4185181906" sldId="265"/>
            <ac:spMk id="4" creationId="{8F318A8E-6B7D-4125-8AAD-FBBBC0BB8FAC}"/>
          </ac:spMkLst>
        </pc:spChg>
        <pc:spChg chg="add del mod">
          <ac:chgData name="Indra Dwi Rianto" userId="56ba3eeb-817e-4a52-8b0b-33eaae7f6d0e" providerId="ADAL" clId="{78136729-E9DE-4D1A-A385-52C4685F6AE8}" dt="2021-11-19T03:41:17.011" v="37"/>
          <ac:spMkLst>
            <pc:docMk/>
            <pc:sldMk cId="4185181906" sldId="265"/>
            <ac:spMk id="5" creationId="{376F8364-D987-437C-B000-114C8F6DDC72}"/>
          </ac:spMkLst>
        </pc:spChg>
        <pc:picChg chg="del">
          <ac:chgData name="Indra Dwi Rianto" userId="56ba3eeb-817e-4a52-8b0b-33eaae7f6d0e" providerId="ADAL" clId="{78136729-E9DE-4D1A-A385-52C4685F6AE8}" dt="2021-11-19T03:39:51.831" v="27" actId="478"/>
          <ac:picMkLst>
            <pc:docMk/>
            <pc:sldMk cId="4185181906" sldId="265"/>
            <ac:picMk id="4" creationId="{8543461A-50D3-4E8F-8622-2FEFCDAEC285}"/>
          </ac:picMkLst>
        </pc:picChg>
        <pc:picChg chg="add mod">
          <ac:chgData name="Indra Dwi Rianto" userId="56ba3eeb-817e-4a52-8b0b-33eaae7f6d0e" providerId="ADAL" clId="{78136729-E9DE-4D1A-A385-52C4685F6AE8}" dt="2021-11-19T03:45:46.925" v="59"/>
          <ac:picMkLst>
            <pc:docMk/>
            <pc:sldMk cId="4185181906" sldId="265"/>
            <ac:picMk id="5" creationId="{588AFBD3-E0DD-4F0A-A7D8-DD4FD317525B}"/>
          </ac:picMkLst>
        </pc:picChg>
        <pc:picChg chg="add del mod">
          <ac:chgData name="Indra Dwi Rianto" userId="56ba3eeb-817e-4a52-8b0b-33eaae7f6d0e" providerId="ADAL" clId="{78136729-E9DE-4D1A-A385-52C4685F6AE8}" dt="2021-11-19T03:42:31.854" v="40" actId="478"/>
          <ac:picMkLst>
            <pc:docMk/>
            <pc:sldMk cId="4185181906" sldId="265"/>
            <ac:picMk id="6" creationId="{F0482CAF-D77C-4CDA-99BE-456EC6E7C9A3}"/>
          </ac:picMkLst>
        </pc:picChg>
      </pc:sldChg>
      <pc:sldChg chg="addSp delSp modSp add del mod delAnim modAnim">
        <pc:chgData name="Indra Dwi Rianto" userId="56ba3eeb-817e-4a52-8b0b-33eaae7f6d0e" providerId="ADAL" clId="{78136729-E9DE-4D1A-A385-52C4685F6AE8}" dt="2021-11-19T03:44:13.396" v="52"/>
        <pc:sldMkLst>
          <pc:docMk/>
          <pc:sldMk cId="3692862421" sldId="267"/>
        </pc:sldMkLst>
        <pc:spChg chg="add del mod">
          <ac:chgData name="Indra Dwi Rianto" userId="56ba3eeb-817e-4a52-8b0b-33eaae7f6d0e" providerId="ADAL" clId="{78136729-E9DE-4D1A-A385-52C4685F6AE8}" dt="2021-11-19T03:44:13.396" v="52"/>
          <ac:spMkLst>
            <pc:docMk/>
            <pc:sldMk cId="3692862421" sldId="267"/>
            <ac:spMk id="4" creationId="{916E3EE1-29A7-4509-8CA2-53F29A332DA2}"/>
          </ac:spMkLst>
        </pc:spChg>
        <pc:spChg chg="add del mod">
          <ac:chgData name="Indra Dwi Rianto" userId="56ba3eeb-817e-4a52-8b0b-33eaae7f6d0e" providerId="ADAL" clId="{78136729-E9DE-4D1A-A385-52C4685F6AE8}" dt="2021-11-19T03:40:23.425" v="30"/>
          <ac:spMkLst>
            <pc:docMk/>
            <pc:sldMk cId="3692862421" sldId="267"/>
            <ac:spMk id="4" creationId="{D8143DC7-618D-4076-A424-99B576CD05EE}"/>
          </ac:spMkLst>
        </pc:spChg>
        <pc:picChg chg="add mod">
          <ac:chgData name="Indra Dwi Rianto" userId="56ba3eeb-817e-4a52-8b0b-33eaae7f6d0e" providerId="ADAL" clId="{78136729-E9DE-4D1A-A385-52C4685F6AE8}" dt="2021-11-19T03:44:13.396" v="52"/>
          <ac:picMkLst>
            <pc:docMk/>
            <pc:sldMk cId="3692862421" sldId="267"/>
            <ac:picMk id="5" creationId="{B4CFF3E5-3C29-4C52-860B-C77EB64390D5}"/>
          </ac:picMkLst>
        </pc:picChg>
        <pc:picChg chg="del">
          <ac:chgData name="Indra Dwi Rianto" userId="56ba3eeb-817e-4a52-8b0b-33eaae7f6d0e" providerId="ADAL" clId="{78136729-E9DE-4D1A-A385-52C4685F6AE8}" dt="2021-11-19T03:39:13.910" v="16" actId="478"/>
          <ac:picMkLst>
            <pc:docMk/>
            <pc:sldMk cId="3692862421" sldId="267"/>
            <ac:picMk id="5" creationId="{E3E2E78B-38A2-4CC9-9819-DDAE50E7E493}"/>
          </ac:picMkLst>
        </pc:picChg>
        <pc:picChg chg="add del mod">
          <ac:chgData name="Indra Dwi Rianto" userId="56ba3eeb-817e-4a52-8b0b-33eaae7f6d0e" providerId="ADAL" clId="{78136729-E9DE-4D1A-A385-52C4685F6AE8}" dt="2021-11-19T03:42:40.883" v="45" actId="478"/>
          <ac:picMkLst>
            <pc:docMk/>
            <pc:sldMk cId="3692862421" sldId="267"/>
            <ac:picMk id="6" creationId="{054FE822-14D1-4686-8D11-AD1A0210FA61}"/>
          </ac:picMkLst>
        </pc:picChg>
      </pc:sldChg>
      <pc:sldChg chg="addSp delSp modSp mod delAnim modAnim">
        <pc:chgData name="Indra Dwi Rianto" userId="56ba3eeb-817e-4a52-8b0b-33eaae7f6d0e" providerId="ADAL" clId="{78136729-E9DE-4D1A-A385-52C4685F6AE8}" dt="2021-11-19T03:44:20.218" v="53"/>
        <pc:sldMkLst>
          <pc:docMk/>
          <pc:sldMk cId="2866745305" sldId="268"/>
        </pc:sldMkLst>
        <pc:spChg chg="add del mod">
          <ac:chgData name="Indra Dwi Rianto" userId="56ba3eeb-817e-4a52-8b0b-33eaae7f6d0e" providerId="ADAL" clId="{78136729-E9DE-4D1A-A385-52C4685F6AE8}" dt="2021-11-19T03:40:32.738" v="31"/>
          <ac:spMkLst>
            <pc:docMk/>
            <pc:sldMk cId="2866745305" sldId="268"/>
            <ac:spMk id="4" creationId="{9C2FE0A7-E11A-4A1D-8BEC-5C5EE8E5BD12}"/>
          </ac:spMkLst>
        </pc:spChg>
        <pc:spChg chg="add del mod">
          <ac:chgData name="Indra Dwi Rianto" userId="56ba3eeb-817e-4a52-8b0b-33eaae7f6d0e" providerId="ADAL" clId="{78136729-E9DE-4D1A-A385-52C4685F6AE8}" dt="2021-11-19T03:44:20.218" v="53"/>
          <ac:spMkLst>
            <pc:docMk/>
            <pc:sldMk cId="2866745305" sldId="268"/>
            <ac:spMk id="4" creationId="{E2CCD379-14A0-4272-BCF6-69EF4ADF296E}"/>
          </ac:spMkLst>
        </pc:spChg>
        <pc:picChg chg="add del mod">
          <ac:chgData name="Indra Dwi Rianto" userId="56ba3eeb-817e-4a52-8b0b-33eaae7f6d0e" providerId="ADAL" clId="{78136729-E9DE-4D1A-A385-52C4685F6AE8}" dt="2021-11-19T03:42:37.988" v="44" actId="478"/>
          <ac:picMkLst>
            <pc:docMk/>
            <pc:sldMk cId="2866745305" sldId="268"/>
            <ac:picMk id="5" creationId="{3803FB3E-0281-43B9-9484-2A461D54E251}"/>
          </ac:picMkLst>
        </pc:picChg>
        <pc:picChg chg="add mod">
          <ac:chgData name="Indra Dwi Rianto" userId="56ba3eeb-817e-4a52-8b0b-33eaae7f6d0e" providerId="ADAL" clId="{78136729-E9DE-4D1A-A385-52C4685F6AE8}" dt="2021-11-19T03:44:20.218" v="53"/>
          <ac:picMkLst>
            <pc:docMk/>
            <pc:sldMk cId="2866745305" sldId="268"/>
            <ac:picMk id="6" creationId="{05A8E014-5F48-4212-B6E3-7D3B6473C33D}"/>
          </ac:picMkLst>
        </pc:picChg>
        <pc:picChg chg="del">
          <ac:chgData name="Indra Dwi Rianto" userId="56ba3eeb-817e-4a52-8b0b-33eaae7f6d0e" providerId="ADAL" clId="{78136729-E9DE-4D1A-A385-52C4685F6AE8}" dt="2021-11-19T03:39:15.440" v="17" actId="478"/>
          <ac:picMkLst>
            <pc:docMk/>
            <pc:sldMk cId="2866745305" sldId="268"/>
            <ac:picMk id="6" creationId="{868D7B6E-6D4D-401C-9BAB-4E2A25DE6199}"/>
          </ac:picMkLst>
        </pc:picChg>
      </pc:sldChg>
      <pc:sldChg chg="addSp delSp modSp add del mod delAnim modAnim">
        <pc:chgData name="Indra Dwi Rianto" userId="56ba3eeb-817e-4a52-8b0b-33eaae7f6d0e" providerId="ADAL" clId="{78136729-E9DE-4D1A-A385-52C4685F6AE8}" dt="2021-11-19T03:44:37.750" v="54"/>
        <pc:sldMkLst>
          <pc:docMk/>
          <pc:sldMk cId="1824964495" sldId="270"/>
        </pc:sldMkLst>
        <pc:spChg chg="add del mod">
          <ac:chgData name="Indra Dwi Rianto" userId="56ba3eeb-817e-4a52-8b0b-33eaae7f6d0e" providerId="ADAL" clId="{78136729-E9DE-4D1A-A385-52C4685F6AE8}" dt="2021-11-19T03:44:37.750" v="54"/>
          <ac:spMkLst>
            <pc:docMk/>
            <pc:sldMk cId="1824964495" sldId="270"/>
            <ac:spMk id="4" creationId="{A37054C2-421F-4C04-86BA-4F523A62CEA2}"/>
          </ac:spMkLst>
        </pc:spChg>
        <pc:spChg chg="add del mod">
          <ac:chgData name="Indra Dwi Rianto" userId="56ba3eeb-817e-4a52-8b0b-33eaae7f6d0e" providerId="ADAL" clId="{78136729-E9DE-4D1A-A385-52C4685F6AE8}" dt="2021-11-19T03:40:39.718" v="32"/>
          <ac:spMkLst>
            <pc:docMk/>
            <pc:sldMk cId="1824964495" sldId="270"/>
            <ac:spMk id="4" creationId="{AA2383F0-26C0-4BCF-A2E7-F40C29052A72}"/>
          </ac:spMkLst>
        </pc:spChg>
        <pc:picChg chg="add mod">
          <ac:chgData name="Indra Dwi Rianto" userId="56ba3eeb-817e-4a52-8b0b-33eaae7f6d0e" providerId="ADAL" clId="{78136729-E9DE-4D1A-A385-52C4685F6AE8}" dt="2021-11-19T03:44:37.750" v="54"/>
          <ac:picMkLst>
            <pc:docMk/>
            <pc:sldMk cId="1824964495" sldId="270"/>
            <ac:picMk id="5" creationId="{A1986BC2-ED3B-4C54-B64A-164309F4D715}"/>
          </ac:picMkLst>
        </pc:picChg>
        <pc:picChg chg="del">
          <ac:chgData name="Indra Dwi Rianto" userId="56ba3eeb-817e-4a52-8b0b-33eaae7f6d0e" providerId="ADAL" clId="{78136729-E9DE-4D1A-A385-52C4685F6AE8}" dt="2021-11-19T03:39:41.076" v="20" actId="478"/>
          <ac:picMkLst>
            <pc:docMk/>
            <pc:sldMk cId="1824964495" sldId="270"/>
            <ac:picMk id="5" creationId="{DFD5103B-AD74-40A7-A3BC-D3A559E6907C}"/>
          </ac:picMkLst>
        </pc:picChg>
        <pc:picChg chg="add del mod">
          <ac:chgData name="Indra Dwi Rianto" userId="56ba3eeb-817e-4a52-8b0b-33eaae7f6d0e" providerId="ADAL" clId="{78136729-E9DE-4D1A-A385-52C4685F6AE8}" dt="2021-11-19T03:42:35.458" v="42" actId="478"/>
          <ac:picMkLst>
            <pc:docMk/>
            <pc:sldMk cId="1824964495" sldId="270"/>
            <ac:picMk id="6" creationId="{7DC89E7C-2A94-40DE-BB4B-D5D5D927C99E}"/>
          </ac:picMkLst>
        </pc:picChg>
      </pc:sldChg>
      <pc:sldChg chg="addSp delSp modSp mod delAnim modAnim">
        <pc:chgData name="Indra Dwi Rianto" userId="56ba3eeb-817e-4a52-8b0b-33eaae7f6d0e" providerId="ADAL" clId="{78136729-E9DE-4D1A-A385-52C4685F6AE8}" dt="2021-11-19T03:44:46.879" v="55"/>
        <pc:sldMkLst>
          <pc:docMk/>
          <pc:sldMk cId="3283130508" sldId="271"/>
        </pc:sldMkLst>
        <pc:spChg chg="add del mod">
          <ac:chgData name="Indra Dwi Rianto" userId="56ba3eeb-817e-4a52-8b0b-33eaae7f6d0e" providerId="ADAL" clId="{78136729-E9DE-4D1A-A385-52C4685F6AE8}" dt="2021-11-19T03:44:46.879" v="55"/>
          <ac:spMkLst>
            <pc:docMk/>
            <pc:sldMk cId="3283130508" sldId="271"/>
            <ac:spMk id="4" creationId="{19CC442E-BAE2-40BE-88B7-357B1179A8A3}"/>
          </ac:spMkLst>
        </pc:spChg>
        <pc:spChg chg="add del mod">
          <ac:chgData name="Indra Dwi Rianto" userId="56ba3eeb-817e-4a52-8b0b-33eaae7f6d0e" providerId="ADAL" clId="{78136729-E9DE-4D1A-A385-52C4685F6AE8}" dt="2021-11-19T03:40:47.305" v="33"/>
          <ac:spMkLst>
            <pc:docMk/>
            <pc:sldMk cId="3283130508" sldId="271"/>
            <ac:spMk id="4" creationId="{23C55BC4-144A-4EB0-997C-167ADE0F0BC0}"/>
          </ac:spMkLst>
        </pc:spChg>
        <pc:picChg chg="add del mod">
          <ac:chgData name="Indra Dwi Rianto" userId="56ba3eeb-817e-4a52-8b0b-33eaae7f6d0e" providerId="ADAL" clId="{78136729-E9DE-4D1A-A385-52C4685F6AE8}" dt="2021-11-19T03:42:36.399" v="43" actId="478"/>
          <ac:picMkLst>
            <pc:docMk/>
            <pc:sldMk cId="3283130508" sldId="271"/>
            <ac:picMk id="5" creationId="{C6C4D50E-3DD2-4A42-8FB1-28187447182B}"/>
          </ac:picMkLst>
        </pc:picChg>
        <pc:picChg chg="add mod">
          <ac:chgData name="Indra Dwi Rianto" userId="56ba3eeb-817e-4a52-8b0b-33eaae7f6d0e" providerId="ADAL" clId="{78136729-E9DE-4D1A-A385-52C4685F6AE8}" dt="2021-11-19T03:44:46.879" v="55"/>
          <ac:picMkLst>
            <pc:docMk/>
            <pc:sldMk cId="3283130508" sldId="271"/>
            <ac:picMk id="6" creationId="{1D3D54E2-159B-4483-8D52-09AAA1CADA4D}"/>
          </ac:picMkLst>
        </pc:picChg>
        <pc:picChg chg="del">
          <ac:chgData name="Indra Dwi Rianto" userId="56ba3eeb-817e-4a52-8b0b-33eaae7f6d0e" providerId="ADAL" clId="{78136729-E9DE-4D1A-A385-52C4685F6AE8}" dt="2021-11-19T03:39:42.718" v="21" actId="478"/>
          <ac:picMkLst>
            <pc:docMk/>
            <pc:sldMk cId="3283130508" sldId="271"/>
            <ac:picMk id="6" creationId="{1EB69921-839D-44E7-A0EA-1AC495A1B320}"/>
          </ac:picMkLst>
        </pc:picChg>
      </pc:sldChg>
    </pc:docChg>
  </pc:docChgLst>
  <pc:docChgLst>
    <pc:chgData name="Indra Dwi Rianto" userId="56ba3eeb-817e-4a52-8b0b-33eaae7f6d0e" providerId="ADAL" clId="{7D62373A-0421-44C9-9663-778B69338816}"/>
    <pc:docChg chg="undo custSel modSld modMainMaster">
      <pc:chgData name="Indra Dwi Rianto" userId="56ba3eeb-817e-4a52-8b0b-33eaae7f6d0e" providerId="ADAL" clId="{7D62373A-0421-44C9-9663-778B69338816}" dt="2021-11-18T07:07:02.815" v="22"/>
      <pc:docMkLst>
        <pc:docMk/>
      </pc:docMkLst>
      <pc:sldChg chg="modSp mod">
        <pc:chgData name="Indra Dwi Rianto" userId="56ba3eeb-817e-4a52-8b0b-33eaae7f6d0e" providerId="ADAL" clId="{7D62373A-0421-44C9-9663-778B69338816}" dt="2021-11-18T06:50:17.418" v="3" actId="20577"/>
        <pc:sldMkLst>
          <pc:docMk/>
          <pc:sldMk cId="1501567721" sldId="256"/>
        </pc:sldMkLst>
        <pc:spChg chg="mod">
          <ac:chgData name="Indra Dwi Rianto" userId="56ba3eeb-817e-4a52-8b0b-33eaae7f6d0e" providerId="ADAL" clId="{7D62373A-0421-44C9-9663-778B69338816}" dt="2021-11-18T06:50:17.418" v="3" actId="20577"/>
          <ac:spMkLst>
            <pc:docMk/>
            <pc:sldMk cId="1501567721" sldId="256"/>
            <ac:spMk id="2" creationId="{AFB4F5AE-DAE1-4A4A-8772-8C604F1B65E6}"/>
          </ac:spMkLst>
        </pc:spChg>
      </pc:sldChg>
      <pc:sldChg chg="modSp mod">
        <pc:chgData name="Indra Dwi Rianto" userId="56ba3eeb-817e-4a52-8b0b-33eaae7f6d0e" providerId="ADAL" clId="{7D62373A-0421-44C9-9663-778B69338816}" dt="2021-11-18T07:07:02.815" v="22"/>
        <pc:sldMkLst>
          <pc:docMk/>
          <pc:sldMk cId="2940124282" sldId="257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2940124282" sldId="257"/>
            <ac:spMk id="2" creationId="{B28B18E6-38E9-4616-95C3-EAA7140592AF}"/>
          </ac:spMkLst>
        </pc:spChg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2940124282" sldId="257"/>
            <ac:spMk id="3" creationId="{B5E6ACF6-7CA9-4FB3-BFFB-2D73E3AD967B}"/>
          </ac:spMkLst>
        </pc:sp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4263959193" sldId="258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4263959193" sldId="258"/>
            <ac:spMk id="2" creationId="{92B9DF1A-472B-4B99-888D-35E4EE10D33A}"/>
          </ac:spMkLst>
        </pc:spChg>
        <pc:picChg chg="mod">
          <ac:chgData name="Indra Dwi Rianto" userId="56ba3eeb-817e-4a52-8b0b-33eaae7f6d0e" providerId="ADAL" clId="{7D62373A-0421-44C9-9663-778B69338816}" dt="2021-11-18T07:07:02.815" v="22"/>
          <ac:picMkLst>
            <pc:docMk/>
            <pc:sldMk cId="4263959193" sldId="258"/>
            <ac:picMk id="4" creationId="{9FC21419-6117-435F-BF0C-B07FD7D3758E}"/>
          </ac:picMkLst>
        </pc:pic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820308891" sldId="259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820308891" sldId="259"/>
            <ac:spMk id="2" creationId="{8174F35D-6195-4D88-9CA5-60B021B30DC4}"/>
          </ac:spMkLst>
        </pc:spChg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820308891" sldId="259"/>
            <ac:spMk id="3" creationId="{DD30BD34-4D14-4ED7-8C28-88D33049DB2E}"/>
          </ac:spMkLst>
        </pc:sp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2777830365" sldId="260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2777830365" sldId="260"/>
            <ac:spMk id="2" creationId="{950878CE-63AB-49CE-802A-5A4D50152E12}"/>
          </ac:spMkLst>
        </pc:spChg>
        <pc:picChg chg="mod">
          <ac:chgData name="Indra Dwi Rianto" userId="56ba3eeb-817e-4a52-8b0b-33eaae7f6d0e" providerId="ADAL" clId="{7D62373A-0421-44C9-9663-778B69338816}" dt="2021-11-18T07:07:02.815" v="22"/>
          <ac:picMkLst>
            <pc:docMk/>
            <pc:sldMk cId="2777830365" sldId="260"/>
            <ac:picMk id="4" creationId="{83C6B438-633B-48AA-AF40-604C61D04E45}"/>
          </ac:picMkLst>
        </pc:pic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3151217143" sldId="261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3151217143" sldId="261"/>
            <ac:spMk id="2" creationId="{950878CE-63AB-49CE-802A-5A4D50152E12}"/>
          </ac:spMkLst>
        </pc:spChg>
        <pc:picChg chg="mod">
          <ac:chgData name="Indra Dwi Rianto" userId="56ba3eeb-817e-4a52-8b0b-33eaae7f6d0e" providerId="ADAL" clId="{7D62373A-0421-44C9-9663-778B69338816}" dt="2021-11-18T07:07:02.815" v="22"/>
          <ac:picMkLst>
            <pc:docMk/>
            <pc:sldMk cId="3151217143" sldId="261"/>
            <ac:picMk id="4" creationId="{67AD93F5-BEE6-4B68-B7DF-1DDB00C5F379}"/>
          </ac:picMkLst>
        </pc:pic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1106463937" sldId="262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1106463937" sldId="262"/>
            <ac:spMk id="2" creationId="{950878CE-63AB-49CE-802A-5A4D50152E12}"/>
          </ac:spMkLst>
        </pc:spChg>
        <pc:picChg chg="mod">
          <ac:chgData name="Indra Dwi Rianto" userId="56ba3eeb-817e-4a52-8b0b-33eaae7f6d0e" providerId="ADAL" clId="{7D62373A-0421-44C9-9663-778B69338816}" dt="2021-11-18T07:07:02.815" v="22"/>
          <ac:picMkLst>
            <pc:docMk/>
            <pc:sldMk cId="1106463937" sldId="262"/>
            <ac:picMk id="4" creationId="{B1439FDB-3E03-420C-A4C5-215C56EB7E00}"/>
          </ac:picMkLst>
        </pc:pic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3361683047" sldId="263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3361683047" sldId="263"/>
            <ac:spMk id="2" creationId="{950878CE-63AB-49CE-802A-5A4D50152E12}"/>
          </ac:spMkLst>
        </pc:spChg>
        <pc:picChg chg="mod">
          <ac:chgData name="Indra Dwi Rianto" userId="56ba3eeb-817e-4a52-8b0b-33eaae7f6d0e" providerId="ADAL" clId="{7D62373A-0421-44C9-9663-778B69338816}" dt="2021-11-18T07:07:02.815" v="22"/>
          <ac:picMkLst>
            <pc:docMk/>
            <pc:sldMk cId="3361683047" sldId="263"/>
            <ac:picMk id="4" creationId="{7B0CEEA2-C8C1-461E-9782-932DC6CD219F}"/>
          </ac:picMkLst>
        </pc:pic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1411046256" sldId="264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1411046256" sldId="264"/>
            <ac:spMk id="2" creationId="{950878CE-63AB-49CE-802A-5A4D50152E12}"/>
          </ac:spMkLst>
        </pc:spChg>
        <pc:picChg chg="mod">
          <ac:chgData name="Indra Dwi Rianto" userId="56ba3eeb-817e-4a52-8b0b-33eaae7f6d0e" providerId="ADAL" clId="{7D62373A-0421-44C9-9663-778B69338816}" dt="2021-11-18T07:07:02.815" v="22"/>
          <ac:picMkLst>
            <pc:docMk/>
            <pc:sldMk cId="1411046256" sldId="264"/>
            <ac:picMk id="4" creationId="{F2CE453C-D677-45E8-9C83-DC06C1C72CC1}"/>
          </ac:picMkLst>
        </pc:pic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4185181906" sldId="265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4185181906" sldId="265"/>
            <ac:spMk id="2" creationId="{950878CE-63AB-49CE-802A-5A4D50152E12}"/>
          </ac:spMkLst>
        </pc:spChg>
        <pc:picChg chg="mod">
          <ac:chgData name="Indra Dwi Rianto" userId="56ba3eeb-817e-4a52-8b0b-33eaae7f6d0e" providerId="ADAL" clId="{7D62373A-0421-44C9-9663-778B69338816}" dt="2021-11-18T07:07:02.815" v="22"/>
          <ac:picMkLst>
            <pc:docMk/>
            <pc:sldMk cId="4185181906" sldId="265"/>
            <ac:picMk id="4" creationId="{8543461A-50D3-4E8F-8622-2FEFCDAEC285}"/>
          </ac:picMkLst>
        </pc:pic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950083781" sldId="266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950083781" sldId="266"/>
            <ac:spMk id="2" creationId="{950878CE-63AB-49CE-802A-5A4D50152E12}"/>
          </ac:spMkLst>
        </pc:sp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3692862421" sldId="267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3692862421" sldId="267"/>
            <ac:spMk id="2" creationId="{950878CE-63AB-49CE-802A-5A4D50152E12}"/>
          </ac:spMkLst>
        </pc:spChg>
        <pc:picChg chg="mod">
          <ac:chgData name="Indra Dwi Rianto" userId="56ba3eeb-817e-4a52-8b0b-33eaae7f6d0e" providerId="ADAL" clId="{7D62373A-0421-44C9-9663-778B69338816}" dt="2021-11-18T07:07:02.815" v="22"/>
          <ac:picMkLst>
            <pc:docMk/>
            <pc:sldMk cId="3692862421" sldId="267"/>
            <ac:picMk id="5" creationId="{E3E2E78B-38A2-4CC9-9819-DDAE50E7E493}"/>
          </ac:picMkLst>
        </pc:pic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2866745305" sldId="268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2866745305" sldId="268"/>
            <ac:spMk id="2" creationId="{950878CE-63AB-49CE-802A-5A4D50152E12}"/>
          </ac:spMkLst>
        </pc:spChg>
        <pc:picChg chg="mod">
          <ac:chgData name="Indra Dwi Rianto" userId="56ba3eeb-817e-4a52-8b0b-33eaae7f6d0e" providerId="ADAL" clId="{7D62373A-0421-44C9-9663-778B69338816}" dt="2021-11-18T07:07:02.815" v="22"/>
          <ac:picMkLst>
            <pc:docMk/>
            <pc:sldMk cId="2866745305" sldId="268"/>
            <ac:picMk id="6" creationId="{868D7B6E-6D4D-401C-9BAB-4E2A25DE6199}"/>
          </ac:picMkLst>
        </pc:picChg>
      </pc:sldChg>
      <pc:sldChg chg="delSp delDesignElem">
        <pc:chgData name="Indra Dwi Rianto" userId="56ba3eeb-817e-4a52-8b0b-33eaae7f6d0e" providerId="ADAL" clId="{7D62373A-0421-44C9-9663-778B69338816}" dt="2021-11-18T07:06:33.993" v="12"/>
        <pc:sldMkLst>
          <pc:docMk/>
          <pc:sldMk cId="1215983140" sldId="269"/>
        </pc:sldMkLst>
        <pc:spChg chg="del">
          <ac:chgData name="Indra Dwi Rianto" userId="56ba3eeb-817e-4a52-8b0b-33eaae7f6d0e" providerId="ADAL" clId="{7D62373A-0421-44C9-9663-778B69338816}" dt="2021-11-18T07:06:33.993" v="12"/>
          <ac:spMkLst>
            <pc:docMk/>
            <pc:sldMk cId="1215983140" sldId="269"/>
            <ac:spMk id="33" creationId="{23522FE7-5A29-4EF6-B1EF-2CA55748A772}"/>
          </ac:spMkLst>
        </pc:spChg>
        <pc:spChg chg="del">
          <ac:chgData name="Indra Dwi Rianto" userId="56ba3eeb-817e-4a52-8b0b-33eaae7f6d0e" providerId="ADAL" clId="{7D62373A-0421-44C9-9663-778B69338816}" dt="2021-11-18T07:06:33.993" v="12"/>
          <ac:spMkLst>
            <pc:docMk/>
            <pc:sldMk cId="1215983140" sldId="269"/>
            <ac:spMk id="41" creationId="{1BF0792A-0F2B-4A2E-AB38-0A4F18A3072D}"/>
          </ac:spMkLst>
        </pc:spChg>
        <pc:spChg chg="del">
          <ac:chgData name="Indra Dwi Rianto" userId="56ba3eeb-817e-4a52-8b0b-33eaae7f6d0e" providerId="ADAL" clId="{7D62373A-0421-44C9-9663-778B69338816}" dt="2021-11-18T07:06:33.993" v="12"/>
          <ac:spMkLst>
            <pc:docMk/>
            <pc:sldMk cId="1215983140" sldId="269"/>
            <ac:spMk id="43" creationId="{F57DB18D-C2F1-4C8C-8808-9C01ECE6834E}"/>
          </ac:spMkLst>
        </pc:spChg>
        <pc:grpChg chg="del">
          <ac:chgData name="Indra Dwi Rianto" userId="56ba3eeb-817e-4a52-8b0b-33eaae7f6d0e" providerId="ADAL" clId="{7D62373A-0421-44C9-9663-778B69338816}" dt="2021-11-18T07:06:33.993" v="12"/>
          <ac:grpSpMkLst>
            <pc:docMk/>
            <pc:sldMk cId="1215983140" sldId="269"/>
            <ac:grpSpMk id="45" creationId="{E5D935FA-3336-4941-9214-E250A5727F40}"/>
          </ac:grpSpMkLst>
        </pc:grpChg>
        <pc:picChg chg="del">
          <ac:chgData name="Indra Dwi Rianto" userId="56ba3eeb-817e-4a52-8b0b-33eaae7f6d0e" providerId="ADAL" clId="{7D62373A-0421-44C9-9663-778B69338816}" dt="2021-11-18T07:06:33.993" v="12"/>
          <ac:picMkLst>
            <pc:docMk/>
            <pc:sldMk cId="1215983140" sldId="269"/>
            <ac:picMk id="35" creationId="{C2192E09-EBC7-416C-B887-DFF915D7F43D}"/>
          </ac:picMkLst>
        </pc:picChg>
        <pc:picChg chg="del">
          <ac:chgData name="Indra Dwi Rianto" userId="56ba3eeb-817e-4a52-8b0b-33eaae7f6d0e" providerId="ADAL" clId="{7D62373A-0421-44C9-9663-778B69338816}" dt="2021-11-18T07:06:33.993" v="12"/>
          <ac:picMkLst>
            <pc:docMk/>
            <pc:sldMk cId="1215983140" sldId="269"/>
            <ac:picMk id="53" creationId="{75CC23F7-9F20-4C4B-8608-BD4DE9728FA5}"/>
          </ac:picMkLst>
        </pc:picChg>
        <pc:cxnChg chg="del">
          <ac:chgData name="Indra Dwi Rianto" userId="56ba3eeb-817e-4a52-8b0b-33eaae7f6d0e" providerId="ADAL" clId="{7D62373A-0421-44C9-9663-778B69338816}" dt="2021-11-18T07:06:33.993" v="12"/>
          <ac:cxnSpMkLst>
            <pc:docMk/>
            <pc:sldMk cId="1215983140" sldId="269"/>
            <ac:cxnSpMk id="37" creationId="{2924498D-E084-44BE-A196-CFCE35564350}"/>
          </ac:cxnSpMkLst>
        </pc:cxnChg>
        <pc:cxnChg chg="del">
          <ac:chgData name="Indra Dwi Rianto" userId="56ba3eeb-817e-4a52-8b0b-33eaae7f6d0e" providerId="ADAL" clId="{7D62373A-0421-44C9-9663-778B69338816}" dt="2021-11-18T07:06:33.993" v="12"/>
          <ac:cxnSpMkLst>
            <pc:docMk/>
            <pc:sldMk cId="1215983140" sldId="269"/>
            <ac:cxnSpMk id="39" creationId="{3BBC7667-C352-4842-9AFD-E5C16AD002F4}"/>
          </ac:cxnSpMkLst>
        </pc:cxnChg>
        <pc:cxnChg chg="del">
          <ac:chgData name="Indra Dwi Rianto" userId="56ba3eeb-817e-4a52-8b0b-33eaae7f6d0e" providerId="ADAL" clId="{7D62373A-0421-44C9-9663-778B69338816}" dt="2021-11-18T07:06:33.993" v="12"/>
          <ac:cxnSpMkLst>
            <pc:docMk/>
            <pc:sldMk cId="1215983140" sldId="269"/>
            <ac:cxnSpMk id="49" creationId="{87F797D1-251E-41FE-9FF8-AD487DEF28AC}"/>
          </ac:cxnSpMkLst>
        </pc:cxnChg>
        <pc:cxnChg chg="del">
          <ac:chgData name="Indra Dwi Rianto" userId="56ba3eeb-817e-4a52-8b0b-33eaae7f6d0e" providerId="ADAL" clId="{7D62373A-0421-44C9-9663-778B69338816}" dt="2021-11-18T07:06:33.993" v="12"/>
          <ac:cxnSpMkLst>
            <pc:docMk/>
            <pc:sldMk cId="1215983140" sldId="269"/>
            <ac:cxnSpMk id="51" creationId="{09A0CE28-0E59-4F4D-9855-8A8DCE9A8EFE}"/>
          </ac:cxnSpMkLst>
        </pc:cxnChg>
      </pc:sldChg>
      <pc:sldChg chg="addSp delSp modSp mod modClrScheme chgLayout">
        <pc:chgData name="Indra Dwi Rianto" userId="56ba3eeb-817e-4a52-8b0b-33eaae7f6d0e" providerId="ADAL" clId="{7D62373A-0421-44C9-9663-778B69338816}" dt="2021-11-18T07:07:02.815" v="22"/>
        <pc:sldMkLst>
          <pc:docMk/>
          <pc:sldMk cId="1824964495" sldId="270"/>
        </pc:sldMkLst>
        <pc:spChg chg="mod ord">
          <ac:chgData name="Indra Dwi Rianto" userId="56ba3eeb-817e-4a52-8b0b-33eaae7f6d0e" providerId="ADAL" clId="{7D62373A-0421-44C9-9663-778B69338816}" dt="2021-11-18T07:07:02.815" v="22"/>
          <ac:spMkLst>
            <pc:docMk/>
            <pc:sldMk cId="1824964495" sldId="270"/>
            <ac:spMk id="2" creationId="{950878CE-63AB-49CE-802A-5A4D50152E12}"/>
          </ac:spMkLst>
        </pc:spChg>
        <pc:spChg chg="add del mod ord">
          <ac:chgData name="Indra Dwi Rianto" userId="56ba3eeb-817e-4a52-8b0b-33eaae7f6d0e" providerId="ADAL" clId="{7D62373A-0421-44C9-9663-778B69338816}" dt="2021-11-18T07:05:06.545" v="8" actId="700"/>
          <ac:spMkLst>
            <pc:docMk/>
            <pc:sldMk cId="1824964495" sldId="270"/>
            <ac:spMk id="3" creationId="{2B3C7FE3-3890-450F-888A-FF6FC599B420}"/>
          </ac:spMkLst>
        </pc:spChg>
        <pc:picChg chg="mod ord">
          <ac:chgData name="Indra Dwi Rianto" userId="56ba3eeb-817e-4a52-8b0b-33eaae7f6d0e" providerId="ADAL" clId="{7D62373A-0421-44C9-9663-778B69338816}" dt="2021-11-18T07:07:02.815" v="22"/>
          <ac:picMkLst>
            <pc:docMk/>
            <pc:sldMk cId="1824964495" sldId="270"/>
            <ac:picMk id="5" creationId="{DFD5103B-AD74-40A7-A3BC-D3A559E6907C}"/>
          </ac:picMkLst>
        </pc:picChg>
      </pc:sldChg>
      <pc:sldChg chg="modSp">
        <pc:chgData name="Indra Dwi Rianto" userId="56ba3eeb-817e-4a52-8b0b-33eaae7f6d0e" providerId="ADAL" clId="{7D62373A-0421-44C9-9663-778B69338816}" dt="2021-11-18T07:07:02.815" v="22"/>
        <pc:sldMkLst>
          <pc:docMk/>
          <pc:sldMk cId="3283130508" sldId="271"/>
        </pc:sldMkLst>
        <pc:spChg chg="mod">
          <ac:chgData name="Indra Dwi Rianto" userId="56ba3eeb-817e-4a52-8b0b-33eaae7f6d0e" providerId="ADAL" clId="{7D62373A-0421-44C9-9663-778B69338816}" dt="2021-11-18T07:07:02.815" v="22"/>
          <ac:spMkLst>
            <pc:docMk/>
            <pc:sldMk cId="3283130508" sldId="271"/>
            <ac:spMk id="2" creationId="{950878CE-63AB-49CE-802A-5A4D50152E12}"/>
          </ac:spMkLst>
        </pc:spChg>
        <pc:picChg chg="mod">
          <ac:chgData name="Indra Dwi Rianto" userId="56ba3eeb-817e-4a52-8b0b-33eaae7f6d0e" providerId="ADAL" clId="{7D62373A-0421-44C9-9663-778B69338816}" dt="2021-11-18T07:07:02.815" v="22"/>
          <ac:picMkLst>
            <pc:docMk/>
            <pc:sldMk cId="3283130508" sldId="271"/>
            <ac:picMk id="6" creationId="{1EB69921-839D-44E7-A0EA-1AC495A1B320}"/>
          </ac:picMkLst>
        </pc:picChg>
      </pc:sldChg>
      <pc:sldChg chg="delSp delDesignElem">
        <pc:chgData name="Indra Dwi Rianto" userId="56ba3eeb-817e-4a52-8b0b-33eaae7f6d0e" providerId="ADAL" clId="{7D62373A-0421-44C9-9663-778B69338816}" dt="2021-11-18T07:06:33.993" v="12"/>
        <pc:sldMkLst>
          <pc:docMk/>
          <pc:sldMk cId="2392675722" sldId="273"/>
        </pc:sldMkLst>
        <pc:spChg chg="del">
          <ac:chgData name="Indra Dwi Rianto" userId="56ba3eeb-817e-4a52-8b0b-33eaae7f6d0e" providerId="ADAL" clId="{7D62373A-0421-44C9-9663-778B69338816}" dt="2021-11-18T07:06:33.993" v="12"/>
          <ac:spMkLst>
            <pc:docMk/>
            <pc:sldMk cId="2392675722" sldId="273"/>
            <ac:spMk id="33" creationId="{23522FE7-5A29-4EF6-B1EF-2CA55748A772}"/>
          </ac:spMkLst>
        </pc:spChg>
        <pc:spChg chg="del">
          <ac:chgData name="Indra Dwi Rianto" userId="56ba3eeb-817e-4a52-8b0b-33eaae7f6d0e" providerId="ADAL" clId="{7D62373A-0421-44C9-9663-778B69338816}" dt="2021-11-18T07:06:33.993" v="12"/>
          <ac:spMkLst>
            <pc:docMk/>
            <pc:sldMk cId="2392675722" sldId="273"/>
            <ac:spMk id="41" creationId="{1BF0792A-0F2B-4A2E-AB38-0A4F18A3072D}"/>
          </ac:spMkLst>
        </pc:spChg>
        <pc:spChg chg="del">
          <ac:chgData name="Indra Dwi Rianto" userId="56ba3eeb-817e-4a52-8b0b-33eaae7f6d0e" providerId="ADAL" clId="{7D62373A-0421-44C9-9663-778B69338816}" dt="2021-11-18T07:06:33.993" v="12"/>
          <ac:spMkLst>
            <pc:docMk/>
            <pc:sldMk cId="2392675722" sldId="273"/>
            <ac:spMk id="43" creationId="{F57DB18D-C2F1-4C8C-8808-9C01ECE6834E}"/>
          </ac:spMkLst>
        </pc:spChg>
        <pc:grpChg chg="del">
          <ac:chgData name="Indra Dwi Rianto" userId="56ba3eeb-817e-4a52-8b0b-33eaae7f6d0e" providerId="ADAL" clId="{7D62373A-0421-44C9-9663-778B69338816}" dt="2021-11-18T07:06:33.993" v="12"/>
          <ac:grpSpMkLst>
            <pc:docMk/>
            <pc:sldMk cId="2392675722" sldId="273"/>
            <ac:grpSpMk id="45" creationId="{E5D935FA-3336-4941-9214-E250A5727F40}"/>
          </ac:grpSpMkLst>
        </pc:grpChg>
        <pc:picChg chg="del">
          <ac:chgData name="Indra Dwi Rianto" userId="56ba3eeb-817e-4a52-8b0b-33eaae7f6d0e" providerId="ADAL" clId="{7D62373A-0421-44C9-9663-778B69338816}" dt="2021-11-18T07:06:33.993" v="12"/>
          <ac:picMkLst>
            <pc:docMk/>
            <pc:sldMk cId="2392675722" sldId="273"/>
            <ac:picMk id="35" creationId="{C2192E09-EBC7-416C-B887-DFF915D7F43D}"/>
          </ac:picMkLst>
        </pc:picChg>
        <pc:picChg chg="del">
          <ac:chgData name="Indra Dwi Rianto" userId="56ba3eeb-817e-4a52-8b0b-33eaae7f6d0e" providerId="ADAL" clId="{7D62373A-0421-44C9-9663-778B69338816}" dt="2021-11-18T07:06:33.993" v="12"/>
          <ac:picMkLst>
            <pc:docMk/>
            <pc:sldMk cId="2392675722" sldId="273"/>
            <ac:picMk id="53" creationId="{75CC23F7-9F20-4C4B-8608-BD4DE9728FA5}"/>
          </ac:picMkLst>
        </pc:picChg>
        <pc:cxnChg chg="del">
          <ac:chgData name="Indra Dwi Rianto" userId="56ba3eeb-817e-4a52-8b0b-33eaae7f6d0e" providerId="ADAL" clId="{7D62373A-0421-44C9-9663-778B69338816}" dt="2021-11-18T07:06:33.993" v="12"/>
          <ac:cxnSpMkLst>
            <pc:docMk/>
            <pc:sldMk cId="2392675722" sldId="273"/>
            <ac:cxnSpMk id="37" creationId="{2924498D-E084-44BE-A196-CFCE35564350}"/>
          </ac:cxnSpMkLst>
        </pc:cxnChg>
        <pc:cxnChg chg="del">
          <ac:chgData name="Indra Dwi Rianto" userId="56ba3eeb-817e-4a52-8b0b-33eaae7f6d0e" providerId="ADAL" clId="{7D62373A-0421-44C9-9663-778B69338816}" dt="2021-11-18T07:06:33.993" v="12"/>
          <ac:cxnSpMkLst>
            <pc:docMk/>
            <pc:sldMk cId="2392675722" sldId="273"/>
            <ac:cxnSpMk id="39" creationId="{3BBC7667-C352-4842-9AFD-E5C16AD002F4}"/>
          </ac:cxnSpMkLst>
        </pc:cxnChg>
        <pc:cxnChg chg="del">
          <ac:chgData name="Indra Dwi Rianto" userId="56ba3eeb-817e-4a52-8b0b-33eaae7f6d0e" providerId="ADAL" clId="{7D62373A-0421-44C9-9663-778B69338816}" dt="2021-11-18T07:06:33.993" v="12"/>
          <ac:cxnSpMkLst>
            <pc:docMk/>
            <pc:sldMk cId="2392675722" sldId="273"/>
            <ac:cxnSpMk id="49" creationId="{87F797D1-251E-41FE-9FF8-AD487DEF28AC}"/>
          </ac:cxnSpMkLst>
        </pc:cxnChg>
        <pc:cxnChg chg="del">
          <ac:chgData name="Indra Dwi Rianto" userId="56ba3eeb-817e-4a52-8b0b-33eaae7f6d0e" providerId="ADAL" clId="{7D62373A-0421-44C9-9663-778B69338816}" dt="2021-11-18T07:06:33.993" v="12"/>
          <ac:cxnSpMkLst>
            <pc:docMk/>
            <pc:sldMk cId="2392675722" sldId="273"/>
            <ac:cxnSpMk id="51" creationId="{09A0CE28-0E59-4F4D-9855-8A8DCE9A8EFE}"/>
          </ac:cxnSpMkLst>
        </pc:cxnChg>
      </pc:sldChg>
      <pc:sldMasterChg chg="modSp mod">
        <pc:chgData name="Indra Dwi Rianto" userId="56ba3eeb-817e-4a52-8b0b-33eaae7f6d0e" providerId="ADAL" clId="{7D62373A-0421-44C9-9663-778B69338816}" dt="2021-11-18T05:27:27.042" v="1" actId="1076"/>
        <pc:sldMasterMkLst>
          <pc:docMk/>
          <pc:sldMasterMk cId="2309462439" sldId="2147483937"/>
        </pc:sldMasterMkLst>
        <pc:picChg chg="mod">
          <ac:chgData name="Indra Dwi Rianto" userId="56ba3eeb-817e-4a52-8b0b-33eaae7f6d0e" providerId="ADAL" clId="{7D62373A-0421-44C9-9663-778B69338816}" dt="2021-11-18T05:27:24.978" v="0" actId="1076"/>
          <ac:picMkLst>
            <pc:docMk/>
            <pc:sldMasterMk cId="2309462439" sldId="2147483937"/>
            <ac:picMk id="11" creationId="{D5F7D6F7-4863-4D95-82E8-E9EEDBD67FD0}"/>
          </ac:picMkLst>
        </pc:picChg>
        <pc:picChg chg="mod">
          <ac:chgData name="Indra Dwi Rianto" userId="56ba3eeb-817e-4a52-8b0b-33eaae7f6d0e" providerId="ADAL" clId="{7D62373A-0421-44C9-9663-778B69338816}" dt="2021-11-18T05:27:27.042" v="1" actId="1076"/>
          <ac:picMkLst>
            <pc:docMk/>
            <pc:sldMasterMk cId="2309462439" sldId="2147483937"/>
            <ac:picMk id="13" creationId="{97E23E7A-D34E-4FE4-9EE7-993B74DC0274}"/>
          </ac:picMkLst>
        </pc:picChg>
      </pc:sldMasterChg>
      <pc:sldMasterChg chg="addSp">
        <pc:chgData name="Indra Dwi Rianto" userId="56ba3eeb-817e-4a52-8b0b-33eaae7f6d0e" providerId="ADAL" clId="{7D62373A-0421-44C9-9663-778B69338816}" dt="2021-11-18T07:06:33.993" v="12"/>
        <pc:sldMasterMkLst>
          <pc:docMk/>
          <pc:sldMasterMk cId="2838126914" sldId="2147483949"/>
        </pc:sldMasterMkLst>
        <pc:picChg chg="add">
          <ac:chgData name="Indra Dwi Rianto" userId="56ba3eeb-817e-4a52-8b0b-33eaae7f6d0e" providerId="ADAL" clId="{7D62373A-0421-44C9-9663-778B69338816}" dt="2021-11-18T07:06:33.993" v="12"/>
          <ac:picMkLst>
            <pc:docMk/>
            <pc:sldMasterMk cId="2838126914" sldId="2147483949"/>
            <ac:picMk id="10" creationId="{247377A7-35EF-4570-9701-12E830264D83}"/>
          </ac:picMkLst>
        </pc:picChg>
        <pc:picChg chg="add">
          <ac:chgData name="Indra Dwi Rianto" userId="56ba3eeb-817e-4a52-8b0b-33eaae7f6d0e" providerId="ADAL" clId="{7D62373A-0421-44C9-9663-778B69338816}" dt="2021-11-18T07:06:33.993" v="12"/>
          <ac:picMkLst>
            <pc:docMk/>
            <pc:sldMasterMk cId="2838126914" sldId="2147483949"/>
            <ac:picMk id="11" creationId="{3A4B2814-5525-470B-A0AC-50C0C8CF4992}"/>
          </ac:picMkLst>
        </pc:picChg>
      </pc:sldMasterChg>
      <pc:sldMasterChg chg="addSp">
        <pc:chgData name="Indra Dwi Rianto" userId="56ba3eeb-817e-4a52-8b0b-33eaae7f6d0e" providerId="ADAL" clId="{7D62373A-0421-44C9-9663-778B69338816}" dt="2021-11-18T07:06:47.132" v="14"/>
        <pc:sldMasterMkLst>
          <pc:docMk/>
          <pc:sldMasterMk cId="1391659608" sldId="2147483961"/>
        </pc:sldMasterMkLst>
        <pc:picChg chg="add">
          <ac:chgData name="Indra Dwi Rianto" userId="56ba3eeb-817e-4a52-8b0b-33eaae7f6d0e" providerId="ADAL" clId="{7D62373A-0421-44C9-9663-778B69338816}" dt="2021-11-18T07:06:47.132" v="14"/>
          <ac:picMkLst>
            <pc:docMk/>
            <pc:sldMasterMk cId="1391659608" sldId="2147483961"/>
            <ac:picMk id="10" creationId="{D39B798D-AEEB-42E8-9C5C-354E5F8BEC53}"/>
          </ac:picMkLst>
        </pc:picChg>
        <pc:picChg chg="add">
          <ac:chgData name="Indra Dwi Rianto" userId="56ba3eeb-817e-4a52-8b0b-33eaae7f6d0e" providerId="ADAL" clId="{7D62373A-0421-44C9-9663-778B69338816}" dt="2021-11-18T07:06:47.132" v="14"/>
          <ac:picMkLst>
            <pc:docMk/>
            <pc:sldMasterMk cId="1391659608" sldId="2147483961"/>
            <ac:picMk id="11" creationId="{545A5448-1629-4D80-98E8-27182B4625EC}"/>
          </ac:picMkLst>
        </pc:picChg>
      </pc:sldMasterChg>
      <pc:sldMasterChg chg="addSp">
        <pc:chgData name="Indra Dwi Rianto" userId="56ba3eeb-817e-4a52-8b0b-33eaae7f6d0e" providerId="ADAL" clId="{7D62373A-0421-44C9-9663-778B69338816}" dt="2021-11-18T07:06:51.748" v="16"/>
        <pc:sldMasterMkLst>
          <pc:docMk/>
          <pc:sldMasterMk cId="1491135966" sldId="2147483973"/>
        </pc:sldMasterMkLst>
        <pc:picChg chg="add">
          <ac:chgData name="Indra Dwi Rianto" userId="56ba3eeb-817e-4a52-8b0b-33eaae7f6d0e" providerId="ADAL" clId="{7D62373A-0421-44C9-9663-778B69338816}" dt="2021-11-18T07:06:51.748" v="16"/>
          <ac:picMkLst>
            <pc:docMk/>
            <pc:sldMasterMk cId="1491135966" sldId="2147483973"/>
            <ac:picMk id="11" creationId="{9C33951F-F1AE-4E37-82B9-E106C99E06C1}"/>
          </ac:picMkLst>
        </pc:picChg>
        <pc:picChg chg="add">
          <ac:chgData name="Indra Dwi Rianto" userId="56ba3eeb-817e-4a52-8b0b-33eaae7f6d0e" providerId="ADAL" clId="{7D62373A-0421-44C9-9663-778B69338816}" dt="2021-11-18T07:06:51.748" v="16"/>
          <ac:picMkLst>
            <pc:docMk/>
            <pc:sldMasterMk cId="1491135966" sldId="2147483973"/>
            <ac:picMk id="12" creationId="{49625AE6-7876-49B4-A1EA-0A6F372A5F21}"/>
          </ac:picMkLst>
        </pc:picChg>
      </pc:sldMasterChg>
      <pc:sldMasterChg chg="addSp">
        <pc:chgData name="Indra Dwi Rianto" userId="56ba3eeb-817e-4a52-8b0b-33eaae7f6d0e" providerId="ADAL" clId="{7D62373A-0421-44C9-9663-778B69338816}" dt="2021-11-18T07:06:53.094" v="17"/>
        <pc:sldMasterMkLst>
          <pc:docMk/>
          <pc:sldMasterMk cId="2297076298" sldId="2147483985"/>
        </pc:sldMasterMkLst>
        <pc:picChg chg="add">
          <ac:chgData name="Indra Dwi Rianto" userId="56ba3eeb-817e-4a52-8b0b-33eaae7f6d0e" providerId="ADAL" clId="{7D62373A-0421-44C9-9663-778B69338816}" dt="2021-11-18T07:06:53.094" v="17"/>
          <ac:picMkLst>
            <pc:docMk/>
            <pc:sldMasterMk cId="2297076298" sldId="2147483985"/>
            <ac:picMk id="10" creationId="{9405BD99-BBEF-4721-9EA7-DA2B47BC4B67}"/>
          </ac:picMkLst>
        </pc:picChg>
        <pc:picChg chg="add">
          <ac:chgData name="Indra Dwi Rianto" userId="56ba3eeb-817e-4a52-8b0b-33eaae7f6d0e" providerId="ADAL" clId="{7D62373A-0421-44C9-9663-778B69338816}" dt="2021-11-18T07:06:53.094" v="17"/>
          <ac:picMkLst>
            <pc:docMk/>
            <pc:sldMasterMk cId="2297076298" sldId="2147483985"/>
            <ac:picMk id="11" creationId="{90DDC928-FDC1-48B9-AD40-3E1B16EBE3F0}"/>
          </ac:picMkLst>
        </pc:picChg>
      </pc:sldMasterChg>
      <pc:sldMasterChg chg="addSp">
        <pc:chgData name="Indra Dwi Rianto" userId="56ba3eeb-817e-4a52-8b0b-33eaae7f6d0e" providerId="ADAL" clId="{7D62373A-0421-44C9-9663-778B69338816}" dt="2021-11-18T07:06:55.602" v="19"/>
        <pc:sldMasterMkLst>
          <pc:docMk/>
          <pc:sldMasterMk cId="1898372883" sldId="2147483997"/>
        </pc:sldMasterMkLst>
        <pc:picChg chg="add">
          <ac:chgData name="Indra Dwi Rianto" userId="56ba3eeb-817e-4a52-8b0b-33eaae7f6d0e" providerId="ADAL" clId="{7D62373A-0421-44C9-9663-778B69338816}" dt="2021-11-18T07:06:55.602" v="19"/>
          <ac:picMkLst>
            <pc:docMk/>
            <pc:sldMasterMk cId="1898372883" sldId="2147483997"/>
            <ac:picMk id="10" creationId="{C25F0550-29BF-4AD4-9F86-D9DC06864252}"/>
          </ac:picMkLst>
        </pc:picChg>
        <pc:picChg chg="add">
          <ac:chgData name="Indra Dwi Rianto" userId="56ba3eeb-817e-4a52-8b0b-33eaae7f6d0e" providerId="ADAL" clId="{7D62373A-0421-44C9-9663-778B69338816}" dt="2021-11-18T07:06:55.602" v="19"/>
          <ac:picMkLst>
            <pc:docMk/>
            <pc:sldMasterMk cId="1898372883" sldId="2147483997"/>
            <ac:picMk id="11" creationId="{BDB3E247-F0BA-4DF5-9D79-EB6A04489AA3}"/>
          </ac:picMkLst>
        </pc:picChg>
      </pc:sldMasterChg>
      <pc:sldMasterChg chg="addSp">
        <pc:chgData name="Indra Dwi Rianto" userId="56ba3eeb-817e-4a52-8b0b-33eaae7f6d0e" providerId="ADAL" clId="{7D62373A-0421-44C9-9663-778B69338816}" dt="2021-11-18T07:06:58.804" v="21"/>
        <pc:sldMasterMkLst>
          <pc:docMk/>
          <pc:sldMasterMk cId="2519055239" sldId="2147484009"/>
        </pc:sldMasterMkLst>
        <pc:picChg chg="add">
          <ac:chgData name="Indra Dwi Rianto" userId="56ba3eeb-817e-4a52-8b0b-33eaae7f6d0e" providerId="ADAL" clId="{7D62373A-0421-44C9-9663-778B69338816}" dt="2021-11-18T07:06:58.804" v="21"/>
          <ac:picMkLst>
            <pc:docMk/>
            <pc:sldMasterMk cId="2519055239" sldId="2147484009"/>
            <ac:picMk id="11" creationId="{B980F504-08A0-4FE0-A4F0-982291700C03}"/>
          </ac:picMkLst>
        </pc:picChg>
        <pc:picChg chg="add">
          <ac:chgData name="Indra Dwi Rianto" userId="56ba3eeb-817e-4a52-8b0b-33eaae7f6d0e" providerId="ADAL" clId="{7D62373A-0421-44C9-9663-778B69338816}" dt="2021-11-18T07:06:58.804" v="21"/>
          <ac:picMkLst>
            <pc:docMk/>
            <pc:sldMasterMk cId="2519055239" sldId="2147484009"/>
            <ac:picMk id="13" creationId="{4DECF3F5-5F88-4603-93E3-5F3EF266D1E5}"/>
          </ac:picMkLst>
        </pc:picChg>
      </pc:sldMasterChg>
      <pc:sldMasterChg chg="addSp">
        <pc:chgData name="Indra Dwi Rianto" userId="56ba3eeb-817e-4a52-8b0b-33eaae7f6d0e" providerId="ADAL" clId="{7D62373A-0421-44C9-9663-778B69338816}" dt="2021-11-18T07:07:02.815" v="22"/>
        <pc:sldMasterMkLst>
          <pc:docMk/>
          <pc:sldMasterMk cId="2143758340" sldId="2147484021"/>
        </pc:sldMasterMkLst>
        <pc:picChg chg="add">
          <ac:chgData name="Indra Dwi Rianto" userId="56ba3eeb-817e-4a52-8b0b-33eaae7f6d0e" providerId="ADAL" clId="{7D62373A-0421-44C9-9663-778B69338816}" dt="2021-11-18T07:07:02.815" v="22"/>
          <ac:picMkLst>
            <pc:docMk/>
            <pc:sldMasterMk cId="2143758340" sldId="2147484021"/>
            <ac:picMk id="11" creationId="{8DAB6C7D-5731-4E65-940E-CB3FBC0CAECB}"/>
          </ac:picMkLst>
        </pc:picChg>
        <pc:picChg chg="add">
          <ac:chgData name="Indra Dwi Rianto" userId="56ba3eeb-817e-4a52-8b0b-33eaae7f6d0e" providerId="ADAL" clId="{7D62373A-0421-44C9-9663-778B69338816}" dt="2021-11-18T07:07:02.815" v="22"/>
          <ac:picMkLst>
            <pc:docMk/>
            <pc:sldMasterMk cId="2143758340" sldId="2147484021"/>
            <ac:picMk id="12" creationId="{D85BF54C-5F62-4DD8-B9BB-52DAC8D053A0}"/>
          </ac:picMkLst>
        </pc:picChg>
      </pc:sldMasterChg>
    </pc:docChg>
  </pc:docChgLst>
  <pc:docChgLst>
    <pc:chgData name="Yovita Tunardi" userId="S::ytunardi@binus.edu::e511564d-1288-4ffb-8f26-cc32a9f0976d" providerId="AD" clId="Web-{4E7F43EE-C7C2-9594-9A6D-75AF94DAA06E}"/>
    <pc:docChg chg="addSld delSld modSld">
      <pc:chgData name="Yovita Tunardi" userId="S::ytunardi@binus.edu::e511564d-1288-4ffb-8f26-cc32a9f0976d" providerId="AD" clId="Web-{4E7F43EE-C7C2-9594-9A6D-75AF94DAA06E}" dt="2021-11-18T02:54:20.629" v="7"/>
      <pc:docMkLst>
        <pc:docMk/>
      </pc:docMkLst>
      <pc:sldChg chg="addSp delSp modSp mod setBg modClrScheme setClrOvrMap chgLayout">
        <pc:chgData name="Yovita Tunardi" userId="S::ytunardi@binus.edu::e511564d-1288-4ffb-8f26-cc32a9f0976d" providerId="AD" clId="Web-{4E7F43EE-C7C2-9594-9A6D-75AF94DAA06E}" dt="2021-11-18T02:54:10.910" v="5"/>
        <pc:sldMkLst>
          <pc:docMk/>
          <pc:sldMk cId="1215983140" sldId="269"/>
        </pc:sldMkLst>
        <pc:spChg chg="mod ord">
          <ac:chgData name="Yovita Tunardi" userId="S::ytunardi@binus.edu::e511564d-1288-4ffb-8f26-cc32a9f0976d" providerId="AD" clId="Web-{4E7F43EE-C7C2-9594-9A6D-75AF94DAA06E}" dt="2021-11-18T02:53:54.394" v="2"/>
          <ac:spMkLst>
            <pc:docMk/>
            <pc:sldMk cId="1215983140" sldId="269"/>
            <ac:spMk id="2" creationId="{09DF1039-57DF-429F-900D-274C1243AE0D}"/>
          </ac:spMkLst>
        </pc:spChg>
        <pc:spChg chg="del mod ord">
          <ac:chgData name="Yovita Tunardi" userId="S::ytunardi@binus.edu::e511564d-1288-4ffb-8f26-cc32a9f0976d" providerId="AD" clId="Web-{4E7F43EE-C7C2-9594-9A6D-75AF94DAA06E}" dt="2021-11-18T02:54:10.910" v="5"/>
          <ac:spMkLst>
            <pc:docMk/>
            <pc:sldMk cId="1215983140" sldId="269"/>
            <ac:spMk id="3" creationId="{6BE01392-ED10-452B-85A9-97051BBCDBC8}"/>
          </ac:spMkLst>
        </pc:spChg>
        <pc:spChg chg="add del">
          <ac:chgData name="Yovita Tunardi" userId="S::ytunardi@binus.edu::e511564d-1288-4ffb-8f26-cc32a9f0976d" providerId="AD" clId="Web-{4E7F43EE-C7C2-9594-9A6D-75AF94DAA06E}" dt="2021-11-18T02:53:54.394" v="2"/>
          <ac:spMkLst>
            <pc:docMk/>
            <pc:sldMk cId="1215983140" sldId="269"/>
            <ac:spMk id="8" creationId="{23522FE7-5A29-4EF6-B1EF-2CA55748A772}"/>
          </ac:spMkLst>
        </pc:spChg>
        <pc:spChg chg="add del">
          <ac:chgData name="Yovita Tunardi" userId="S::ytunardi@binus.edu::e511564d-1288-4ffb-8f26-cc32a9f0976d" providerId="AD" clId="Web-{4E7F43EE-C7C2-9594-9A6D-75AF94DAA06E}" dt="2021-11-18T02:53:54.394" v="2"/>
          <ac:spMkLst>
            <pc:docMk/>
            <pc:sldMk cId="1215983140" sldId="269"/>
            <ac:spMk id="16" creationId="{1C69834E-5EEE-4D61-833E-04928896454C}"/>
          </ac:spMkLst>
        </pc:spChg>
        <pc:spChg chg="add del">
          <ac:chgData name="Yovita Tunardi" userId="S::ytunardi@binus.edu::e511564d-1288-4ffb-8f26-cc32a9f0976d" providerId="AD" clId="Web-{4E7F43EE-C7C2-9594-9A6D-75AF94DAA06E}" dt="2021-11-18T02:53:54.394" v="2"/>
          <ac:spMkLst>
            <pc:docMk/>
            <pc:sldMk cId="1215983140" sldId="269"/>
            <ac:spMk id="18" creationId="{58E5D9BA-46E7-4BFA-9C74-75495BF6F54D}"/>
          </ac:spMkLst>
        </pc:spChg>
        <pc:spChg chg="add del">
          <ac:chgData name="Yovita Tunardi" userId="S::ytunardi@binus.edu::e511564d-1288-4ffb-8f26-cc32a9f0976d" providerId="AD" clId="Web-{4E7F43EE-C7C2-9594-9A6D-75AF94DAA06E}" dt="2021-11-18T02:53:54.394" v="2"/>
          <ac:spMkLst>
            <pc:docMk/>
            <pc:sldMk cId="1215983140" sldId="269"/>
            <ac:spMk id="20" creationId="{5B033D76-5800-44B6-AFE9-EE2106935115}"/>
          </ac:spMkLst>
        </pc:spChg>
        <pc:spChg chg="add del">
          <ac:chgData name="Yovita Tunardi" userId="S::ytunardi@binus.edu::e511564d-1288-4ffb-8f26-cc32a9f0976d" providerId="AD" clId="Web-{4E7F43EE-C7C2-9594-9A6D-75AF94DAA06E}" dt="2021-11-18T02:53:54.394" v="2"/>
          <ac:spMkLst>
            <pc:docMk/>
            <pc:sldMk cId="1215983140" sldId="269"/>
            <ac:spMk id="22" creationId="{522D6F85-FFBA-4F81-AEE5-AAA17CB7AA98}"/>
          </ac:spMkLst>
        </pc:spChg>
        <pc:spChg chg="add del">
          <ac:chgData name="Yovita Tunardi" userId="S::ytunardi@binus.edu::e511564d-1288-4ffb-8f26-cc32a9f0976d" providerId="AD" clId="Web-{4E7F43EE-C7C2-9594-9A6D-75AF94DAA06E}" dt="2021-11-18T02:53:54.394" v="2"/>
          <ac:spMkLst>
            <pc:docMk/>
            <pc:sldMk cId="1215983140" sldId="269"/>
            <ac:spMk id="24" creationId="{13B31514-E6DF-4357-9EEA-EFB7983080DA}"/>
          </ac:spMkLst>
        </pc:spChg>
        <pc:spChg chg="add">
          <ac:chgData name="Yovita Tunardi" userId="S::ytunardi@binus.edu::e511564d-1288-4ffb-8f26-cc32a9f0976d" providerId="AD" clId="Web-{4E7F43EE-C7C2-9594-9A6D-75AF94DAA06E}" dt="2021-11-18T02:53:54.394" v="2"/>
          <ac:spMkLst>
            <pc:docMk/>
            <pc:sldMk cId="1215983140" sldId="269"/>
            <ac:spMk id="33" creationId="{23522FE7-5A29-4EF6-B1EF-2CA55748A772}"/>
          </ac:spMkLst>
        </pc:spChg>
        <pc:spChg chg="add">
          <ac:chgData name="Yovita Tunardi" userId="S::ytunardi@binus.edu::e511564d-1288-4ffb-8f26-cc32a9f0976d" providerId="AD" clId="Web-{4E7F43EE-C7C2-9594-9A6D-75AF94DAA06E}" dt="2021-11-18T02:53:54.394" v="2"/>
          <ac:spMkLst>
            <pc:docMk/>
            <pc:sldMk cId="1215983140" sldId="269"/>
            <ac:spMk id="41" creationId="{1BF0792A-0F2B-4A2E-AB38-0A4F18A3072D}"/>
          </ac:spMkLst>
        </pc:spChg>
        <pc:spChg chg="add">
          <ac:chgData name="Yovita Tunardi" userId="S::ytunardi@binus.edu::e511564d-1288-4ffb-8f26-cc32a9f0976d" providerId="AD" clId="Web-{4E7F43EE-C7C2-9594-9A6D-75AF94DAA06E}" dt="2021-11-18T02:53:54.394" v="2"/>
          <ac:spMkLst>
            <pc:docMk/>
            <pc:sldMk cId="1215983140" sldId="269"/>
            <ac:spMk id="43" creationId="{F57DB18D-C2F1-4C8C-8808-9C01ECE6834E}"/>
          </ac:spMkLst>
        </pc:spChg>
        <pc:grpChg chg="add">
          <ac:chgData name="Yovita Tunardi" userId="S::ytunardi@binus.edu::e511564d-1288-4ffb-8f26-cc32a9f0976d" providerId="AD" clId="Web-{4E7F43EE-C7C2-9594-9A6D-75AF94DAA06E}" dt="2021-11-18T02:53:54.394" v="2"/>
          <ac:grpSpMkLst>
            <pc:docMk/>
            <pc:sldMk cId="1215983140" sldId="269"/>
            <ac:grpSpMk id="45" creationId="{E5D935FA-3336-4941-9214-E250A5727F40}"/>
          </ac:grpSpMkLst>
        </pc:grpChg>
        <pc:picChg chg="add del">
          <ac:chgData name="Yovita Tunardi" userId="S::ytunardi@binus.edu::e511564d-1288-4ffb-8f26-cc32a9f0976d" providerId="AD" clId="Web-{4E7F43EE-C7C2-9594-9A6D-75AF94DAA06E}" dt="2021-11-18T02:53:54.394" v="2"/>
          <ac:picMkLst>
            <pc:docMk/>
            <pc:sldMk cId="1215983140" sldId="269"/>
            <ac:picMk id="10" creationId="{C2192E09-EBC7-416C-B887-DFF915D7F43D}"/>
          </ac:picMkLst>
        </pc:picChg>
        <pc:picChg chg="add del">
          <ac:chgData name="Yovita Tunardi" userId="S::ytunardi@binus.edu::e511564d-1288-4ffb-8f26-cc32a9f0976d" providerId="AD" clId="Web-{4E7F43EE-C7C2-9594-9A6D-75AF94DAA06E}" dt="2021-11-18T02:53:54.394" v="2"/>
          <ac:picMkLst>
            <pc:docMk/>
            <pc:sldMk cId="1215983140" sldId="269"/>
            <ac:picMk id="26" creationId="{4C401D57-600A-4C91-AC9A-14CA1ED6F7D8}"/>
          </ac:picMkLst>
        </pc:picChg>
        <pc:picChg chg="add">
          <ac:chgData name="Yovita Tunardi" userId="S::ytunardi@binus.edu::e511564d-1288-4ffb-8f26-cc32a9f0976d" providerId="AD" clId="Web-{4E7F43EE-C7C2-9594-9A6D-75AF94DAA06E}" dt="2021-11-18T02:53:54.394" v="2"/>
          <ac:picMkLst>
            <pc:docMk/>
            <pc:sldMk cId="1215983140" sldId="269"/>
            <ac:picMk id="35" creationId="{C2192E09-EBC7-416C-B887-DFF915D7F43D}"/>
          </ac:picMkLst>
        </pc:picChg>
        <pc:picChg chg="add">
          <ac:chgData name="Yovita Tunardi" userId="S::ytunardi@binus.edu::e511564d-1288-4ffb-8f26-cc32a9f0976d" providerId="AD" clId="Web-{4E7F43EE-C7C2-9594-9A6D-75AF94DAA06E}" dt="2021-11-18T02:53:54.394" v="2"/>
          <ac:picMkLst>
            <pc:docMk/>
            <pc:sldMk cId="1215983140" sldId="269"/>
            <ac:picMk id="53" creationId="{75CC23F7-9F20-4C4B-8608-BD4DE9728FA5}"/>
          </ac:picMkLst>
        </pc:picChg>
        <pc:cxnChg chg="add del">
          <ac:chgData name="Yovita Tunardi" userId="S::ytunardi@binus.edu::e511564d-1288-4ffb-8f26-cc32a9f0976d" providerId="AD" clId="Web-{4E7F43EE-C7C2-9594-9A6D-75AF94DAA06E}" dt="2021-11-18T02:53:54.394" v="2"/>
          <ac:cxnSpMkLst>
            <pc:docMk/>
            <pc:sldMk cId="1215983140" sldId="269"/>
            <ac:cxnSpMk id="12" creationId="{2924498D-E084-44BE-A196-CFCE35564350}"/>
          </ac:cxnSpMkLst>
        </pc:cxnChg>
        <pc:cxnChg chg="add del">
          <ac:chgData name="Yovita Tunardi" userId="S::ytunardi@binus.edu::e511564d-1288-4ffb-8f26-cc32a9f0976d" providerId="AD" clId="Web-{4E7F43EE-C7C2-9594-9A6D-75AF94DAA06E}" dt="2021-11-18T02:53:54.394" v="2"/>
          <ac:cxnSpMkLst>
            <pc:docMk/>
            <pc:sldMk cId="1215983140" sldId="269"/>
            <ac:cxnSpMk id="14" creationId="{3BBC7667-C352-4842-9AFD-E5C16AD002F4}"/>
          </ac:cxnSpMkLst>
        </pc:cxnChg>
        <pc:cxnChg chg="add del">
          <ac:chgData name="Yovita Tunardi" userId="S::ytunardi@binus.edu::e511564d-1288-4ffb-8f26-cc32a9f0976d" providerId="AD" clId="Web-{4E7F43EE-C7C2-9594-9A6D-75AF94DAA06E}" dt="2021-11-18T02:53:54.394" v="2"/>
          <ac:cxnSpMkLst>
            <pc:docMk/>
            <pc:sldMk cId="1215983140" sldId="269"/>
            <ac:cxnSpMk id="28" creationId="{412BDC66-00FA-4A3F-9BC7-BE05FF7705F8}"/>
          </ac:cxnSpMkLst>
        </pc:cxnChg>
        <pc:cxnChg chg="add">
          <ac:chgData name="Yovita Tunardi" userId="S::ytunardi@binus.edu::e511564d-1288-4ffb-8f26-cc32a9f0976d" providerId="AD" clId="Web-{4E7F43EE-C7C2-9594-9A6D-75AF94DAA06E}" dt="2021-11-18T02:53:54.394" v="2"/>
          <ac:cxnSpMkLst>
            <pc:docMk/>
            <pc:sldMk cId="1215983140" sldId="269"/>
            <ac:cxnSpMk id="37" creationId="{2924498D-E084-44BE-A196-CFCE35564350}"/>
          </ac:cxnSpMkLst>
        </pc:cxnChg>
        <pc:cxnChg chg="add">
          <ac:chgData name="Yovita Tunardi" userId="S::ytunardi@binus.edu::e511564d-1288-4ffb-8f26-cc32a9f0976d" providerId="AD" clId="Web-{4E7F43EE-C7C2-9594-9A6D-75AF94DAA06E}" dt="2021-11-18T02:53:54.394" v="2"/>
          <ac:cxnSpMkLst>
            <pc:docMk/>
            <pc:sldMk cId="1215983140" sldId="269"/>
            <ac:cxnSpMk id="39" creationId="{3BBC7667-C352-4842-9AFD-E5C16AD002F4}"/>
          </ac:cxnSpMkLst>
        </pc:cxnChg>
        <pc:cxnChg chg="add">
          <ac:chgData name="Yovita Tunardi" userId="S::ytunardi@binus.edu::e511564d-1288-4ffb-8f26-cc32a9f0976d" providerId="AD" clId="Web-{4E7F43EE-C7C2-9594-9A6D-75AF94DAA06E}" dt="2021-11-18T02:53:54.394" v="2"/>
          <ac:cxnSpMkLst>
            <pc:docMk/>
            <pc:sldMk cId="1215983140" sldId="269"/>
            <ac:cxnSpMk id="49" creationId="{87F797D1-251E-41FE-9FF8-AD487DEF28AC}"/>
          </ac:cxnSpMkLst>
        </pc:cxnChg>
        <pc:cxnChg chg="add">
          <ac:chgData name="Yovita Tunardi" userId="S::ytunardi@binus.edu::e511564d-1288-4ffb-8f26-cc32a9f0976d" providerId="AD" clId="Web-{4E7F43EE-C7C2-9594-9A6D-75AF94DAA06E}" dt="2021-11-18T02:53:54.394" v="2"/>
          <ac:cxnSpMkLst>
            <pc:docMk/>
            <pc:sldMk cId="1215983140" sldId="269"/>
            <ac:cxnSpMk id="51" creationId="{09A0CE28-0E59-4F4D-9855-8A8DCE9A8EFE}"/>
          </ac:cxnSpMkLst>
        </pc:cxnChg>
      </pc:sldChg>
      <pc:sldChg chg="del">
        <pc:chgData name="Yovita Tunardi" userId="S::ytunardi@binus.edu::e511564d-1288-4ffb-8f26-cc32a9f0976d" providerId="AD" clId="Web-{4E7F43EE-C7C2-9594-9A6D-75AF94DAA06E}" dt="2021-11-18T02:54:20.629" v="7"/>
        <pc:sldMkLst>
          <pc:docMk/>
          <pc:sldMk cId="1060649429" sldId="272"/>
        </pc:sldMkLst>
      </pc:sldChg>
      <pc:sldChg chg="add replId">
        <pc:chgData name="Yovita Tunardi" userId="S::ytunardi@binus.edu::e511564d-1288-4ffb-8f26-cc32a9f0976d" providerId="AD" clId="Web-{4E7F43EE-C7C2-9594-9A6D-75AF94DAA06E}" dt="2021-11-18T02:54:18.192" v="6"/>
        <pc:sldMkLst>
          <pc:docMk/>
          <pc:sldMk cId="2392675722" sldId="273"/>
        </pc:sldMkLst>
      </pc:sldChg>
    </pc:docChg>
  </pc:docChgLst>
  <pc:docChgLst>
    <pc:chgData name="Yovita Tunardi" userId="e511564d-1288-4ffb-8f26-cc32a9f0976d" providerId="ADAL" clId="{3CFD1A6C-3521-4F10-86A0-2A295C8FC58F}"/>
    <pc:docChg chg="modSld">
      <pc:chgData name="Yovita Tunardi" userId="e511564d-1288-4ffb-8f26-cc32a9f0976d" providerId="ADAL" clId="{3CFD1A6C-3521-4F10-86A0-2A295C8FC58F}" dt="2021-11-18T07:05:20.946" v="0" actId="113"/>
      <pc:docMkLst>
        <pc:docMk/>
      </pc:docMkLst>
      <pc:sldChg chg="modSp mod">
        <pc:chgData name="Yovita Tunardi" userId="e511564d-1288-4ffb-8f26-cc32a9f0976d" providerId="ADAL" clId="{3CFD1A6C-3521-4F10-86A0-2A295C8FC58F}" dt="2021-11-18T07:05:20.946" v="0" actId="113"/>
        <pc:sldMkLst>
          <pc:docMk/>
          <pc:sldMk cId="3283130508" sldId="271"/>
        </pc:sldMkLst>
        <pc:spChg chg="mod">
          <ac:chgData name="Yovita Tunardi" userId="e511564d-1288-4ffb-8f26-cc32a9f0976d" providerId="ADAL" clId="{3CFD1A6C-3521-4F10-86A0-2A295C8FC58F}" dt="2021-11-18T07:05:20.946" v="0" actId="113"/>
          <ac:spMkLst>
            <pc:docMk/>
            <pc:sldMk cId="3283130508" sldId="271"/>
            <ac:spMk id="2" creationId="{950878CE-63AB-49CE-802A-5A4D50152E12}"/>
          </ac:spMkLst>
        </pc:spChg>
      </pc:sldChg>
    </pc:docChg>
  </pc:docChgLst>
  <pc:docChgLst>
    <pc:chgData name="Indra Dwi Rianto" userId="56ba3eeb-817e-4a52-8b0b-33eaae7f6d0e" providerId="ADAL" clId="{6ED9062C-7A49-41DB-8A0D-24F8B023C7F3}"/>
    <pc:docChg chg="undo custSel addSld delSld modSld sldOrd">
      <pc:chgData name="Indra Dwi Rianto" userId="56ba3eeb-817e-4a52-8b0b-33eaae7f6d0e" providerId="ADAL" clId="{6ED9062C-7A49-41DB-8A0D-24F8B023C7F3}" dt="2022-11-19T05:55:03.056" v="607" actId="571"/>
      <pc:docMkLst>
        <pc:docMk/>
      </pc:docMkLst>
      <pc:sldChg chg="modSp mod">
        <pc:chgData name="Indra Dwi Rianto" userId="56ba3eeb-817e-4a52-8b0b-33eaae7f6d0e" providerId="ADAL" clId="{6ED9062C-7A49-41DB-8A0D-24F8B023C7F3}" dt="2022-11-19T02:09:31.823" v="58" actId="20577"/>
        <pc:sldMkLst>
          <pc:docMk/>
          <pc:sldMk cId="1501567721" sldId="256"/>
        </pc:sldMkLst>
        <pc:spChg chg="mod">
          <ac:chgData name="Indra Dwi Rianto" userId="56ba3eeb-817e-4a52-8b0b-33eaae7f6d0e" providerId="ADAL" clId="{6ED9062C-7A49-41DB-8A0D-24F8B023C7F3}" dt="2022-11-19T02:09:31.823" v="58" actId="20577"/>
          <ac:spMkLst>
            <pc:docMk/>
            <pc:sldMk cId="1501567721" sldId="256"/>
            <ac:spMk id="2" creationId="{AFB4F5AE-DAE1-4A4A-8772-8C604F1B65E6}"/>
          </ac:spMkLst>
        </pc:spChg>
        <pc:spChg chg="mod">
          <ac:chgData name="Indra Dwi Rianto" userId="56ba3eeb-817e-4a52-8b0b-33eaae7f6d0e" providerId="ADAL" clId="{6ED9062C-7A49-41DB-8A0D-24F8B023C7F3}" dt="2022-11-19T02:08:23.305" v="1" actId="27636"/>
          <ac:spMkLst>
            <pc:docMk/>
            <pc:sldMk cId="1501567721" sldId="256"/>
            <ac:spMk id="3" creationId="{66A2FFCF-1469-47FC-8159-A92A3FE0A1FD}"/>
          </ac:spMkLst>
        </pc:spChg>
      </pc:sldChg>
      <pc:sldChg chg="addSp modSp mod">
        <pc:chgData name="Indra Dwi Rianto" userId="56ba3eeb-817e-4a52-8b0b-33eaae7f6d0e" providerId="ADAL" clId="{6ED9062C-7A49-41DB-8A0D-24F8B023C7F3}" dt="2022-11-19T03:28:17.376" v="569" actId="1076"/>
        <pc:sldMkLst>
          <pc:docMk/>
          <pc:sldMk cId="2940124282" sldId="257"/>
        </pc:sldMkLst>
        <pc:spChg chg="mod">
          <ac:chgData name="Indra Dwi Rianto" userId="56ba3eeb-817e-4a52-8b0b-33eaae7f6d0e" providerId="ADAL" clId="{6ED9062C-7A49-41DB-8A0D-24F8B023C7F3}" dt="2022-11-19T03:19:50.898" v="545" actId="20577"/>
          <ac:spMkLst>
            <pc:docMk/>
            <pc:sldMk cId="2940124282" sldId="257"/>
            <ac:spMk id="3" creationId="{B5E6ACF6-7CA9-4FB3-BFFB-2D73E3AD967B}"/>
          </ac:spMkLst>
        </pc:spChg>
        <pc:spChg chg="add mod">
          <ac:chgData name="Indra Dwi Rianto" userId="56ba3eeb-817e-4a52-8b0b-33eaae7f6d0e" providerId="ADAL" clId="{6ED9062C-7A49-41DB-8A0D-24F8B023C7F3}" dt="2022-11-19T03:28:17.376" v="569" actId="1076"/>
          <ac:spMkLst>
            <pc:docMk/>
            <pc:sldMk cId="2940124282" sldId="257"/>
            <ac:spMk id="5" creationId="{ECEF2148-EA34-6CC1-5DF7-5CDE03A78EB0}"/>
          </ac:spMkLst>
        </pc:spChg>
        <pc:picChg chg="add mod">
          <ac:chgData name="Indra Dwi Rianto" userId="56ba3eeb-817e-4a52-8b0b-33eaae7f6d0e" providerId="ADAL" clId="{6ED9062C-7A49-41DB-8A0D-24F8B023C7F3}" dt="2022-11-19T03:27:54.486" v="561" actId="1076"/>
          <ac:picMkLst>
            <pc:docMk/>
            <pc:sldMk cId="2940124282" sldId="257"/>
            <ac:picMk id="1026" creationId="{DEFC52A3-5D6D-B3B9-63AF-3CA259441DB5}"/>
          </ac:picMkLst>
        </pc:picChg>
      </pc:sldChg>
      <pc:sldChg chg="delSp modSp del mod">
        <pc:chgData name="Indra Dwi Rianto" userId="56ba3eeb-817e-4a52-8b0b-33eaae7f6d0e" providerId="ADAL" clId="{6ED9062C-7A49-41DB-8A0D-24F8B023C7F3}" dt="2022-11-19T02:12:01.031" v="69" actId="2696"/>
        <pc:sldMkLst>
          <pc:docMk/>
          <pc:sldMk cId="820308891" sldId="259"/>
        </pc:sldMkLst>
        <pc:spChg chg="mod">
          <ac:chgData name="Indra Dwi Rianto" userId="56ba3eeb-817e-4a52-8b0b-33eaae7f6d0e" providerId="ADAL" clId="{6ED9062C-7A49-41DB-8A0D-24F8B023C7F3}" dt="2022-11-19T02:08:34.711" v="3" actId="21"/>
          <ac:spMkLst>
            <pc:docMk/>
            <pc:sldMk cId="820308891" sldId="259"/>
            <ac:spMk id="3" creationId="{DD30BD34-4D14-4ED7-8C28-88D33049DB2E}"/>
          </ac:spMkLst>
        </pc:spChg>
        <pc:picChg chg="del">
          <ac:chgData name="Indra Dwi Rianto" userId="56ba3eeb-817e-4a52-8b0b-33eaae7f6d0e" providerId="ADAL" clId="{6ED9062C-7A49-41DB-8A0D-24F8B023C7F3}" dt="2022-11-19T02:08:31.710" v="2" actId="21"/>
          <ac:picMkLst>
            <pc:docMk/>
            <pc:sldMk cId="820308891" sldId="259"/>
            <ac:picMk id="1026" creationId="{864FEF2C-2C91-3B23-CB59-E4E0D78D17A2}"/>
          </ac:picMkLst>
        </pc:picChg>
      </pc:sldChg>
      <pc:sldChg chg="addSp modSp mod">
        <pc:chgData name="Indra Dwi Rianto" userId="56ba3eeb-817e-4a52-8b0b-33eaae7f6d0e" providerId="ADAL" clId="{6ED9062C-7A49-41DB-8A0D-24F8B023C7F3}" dt="2022-11-19T05:55:03.056" v="607" actId="571"/>
        <pc:sldMkLst>
          <pc:docMk/>
          <pc:sldMk cId="1215983140" sldId="269"/>
        </pc:sldMkLst>
        <pc:spChg chg="mod">
          <ac:chgData name="Indra Dwi Rianto" userId="56ba3eeb-817e-4a52-8b0b-33eaae7f6d0e" providerId="ADAL" clId="{6ED9062C-7A49-41DB-8A0D-24F8B023C7F3}" dt="2022-11-19T03:19:56.132" v="553" actId="20577"/>
          <ac:spMkLst>
            <pc:docMk/>
            <pc:sldMk cId="1215983140" sldId="269"/>
            <ac:spMk id="2" creationId="{09DF1039-57DF-429F-900D-274C1243AE0D}"/>
          </ac:spMkLst>
        </pc:spChg>
        <pc:picChg chg="add mod">
          <ac:chgData name="Indra Dwi Rianto" userId="56ba3eeb-817e-4a52-8b0b-33eaae7f6d0e" providerId="ADAL" clId="{6ED9062C-7A49-41DB-8A0D-24F8B023C7F3}" dt="2022-11-19T05:54:59.845" v="605" actId="1076"/>
          <ac:picMkLst>
            <pc:docMk/>
            <pc:sldMk cId="1215983140" sldId="269"/>
            <ac:picMk id="4" creationId="{6CB857CD-6B80-42E2-D6AA-55E19699D1FE}"/>
          </ac:picMkLst>
        </pc:picChg>
        <pc:picChg chg="add mod">
          <ac:chgData name="Indra Dwi Rianto" userId="56ba3eeb-817e-4a52-8b0b-33eaae7f6d0e" providerId="ADAL" clId="{6ED9062C-7A49-41DB-8A0D-24F8B023C7F3}" dt="2022-11-19T05:55:03.056" v="607" actId="571"/>
          <ac:picMkLst>
            <pc:docMk/>
            <pc:sldMk cId="1215983140" sldId="269"/>
            <ac:picMk id="5" creationId="{D30361D1-3032-DDAA-59AA-1803038164AF}"/>
          </ac:picMkLst>
        </pc:picChg>
      </pc:sldChg>
      <pc:sldChg chg="del">
        <pc:chgData name="Indra Dwi Rianto" userId="56ba3eeb-817e-4a52-8b0b-33eaae7f6d0e" providerId="ADAL" clId="{6ED9062C-7A49-41DB-8A0D-24F8B023C7F3}" dt="2022-11-19T02:08:48.486" v="4" actId="2696"/>
        <pc:sldMkLst>
          <pc:docMk/>
          <pc:sldMk cId="2004939220" sldId="275"/>
        </pc:sldMkLst>
      </pc:sldChg>
      <pc:sldChg chg="del">
        <pc:chgData name="Indra Dwi Rianto" userId="56ba3eeb-817e-4a52-8b0b-33eaae7f6d0e" providerId="ADAL" clId="{6ED9062C-7A49-41DB-8A0D-24F8B023C7F3}" dt="2022-11-19T02:08:48.486" v="4" actId="2696"/>
        <pc:sldMkLst>
          <pc:docMk/>
          <pc:sldMk cId="2720234733" sldId="280"/>
        </pc:sldMkLst>
      </pc:sldChg>
      <pc:sldChg chg="addSp delSp modSp add del mod">
        <pc:chgData name="Indra Dwi Rianto" userId="56ba3eeb-817e-4a52-8b0b-33eaae7f6d0e" providerId="ADAL" clId="{6ED9062C-7A49-41DB-8A0D-24F8B023C7F3}" dt="2022-11-19T03:19:15.272" v="478" actId="20577"/>
        <pc:sldMkLst>
          <pc:docMk/>
          <pc:sldMk cId="3440368203" sldId="284"/>
        </pc:sldMkLst>
        <pc:spChg chg="mod">
          <ac:chgData name="Indra Dwi Rianto" userId="56ba3eeb-817e-4a52-8b0b-33eaae7f6d0e" providerId="ADAL" clId="{6ED9062C-7A49-41DB-8A0D-24F8B023C7F3}" dt="2022-11-19T03:19:15.272" v="478" actId="20577"/>
          <ac:spMkLst>
            <pc:docMk/>
            <pc:sldMk cId="3440368203" sldId="284"/>
            <ac:spMk id="2" creationId="{74879683-A3A3-4066-A71C-5A0306173C85}"/>
          </ac:spMkLst>
        </pc:spChg>
        <pc:spChg chg="del">
          <ac:chgData name="Indra Dwi Rianto" userId="56ba3eeb-817e-4a52-8b0b-33eaae7f6d0e" providerId="ADAL" clId="{6ED9062C-7A49-41DB-8A0D-24F8B023C7F3}" dt="2022-11-19T02:08:55.890" v="5" actId="21"/>
          <ac:spMkLst>
            <pc:docMk/>
            <pc:sldMk cId="3440368203" sldId="284"/>
            <ac:spMk id="3" creationId="{97E77DC8-1975-40CF-9ECC-681FC64F6C6C}"/>
          </ac:spMkLst>
        </pc:spChg>
        <pc:spChg chg="del">
          <ac:chgData name="Indra Dwi Rianto" userId="56ba3eeb-817e-4a52-8b0b-33eaae7f6d0e" providerId="ADAL" clId="{6ED9062C-7A49-41DB-8A0D-24F8B023C7F3}" dt="2022-11-19T02:08:56.869" v="6" actId="21"/>
          <ac:spMkLst>
            <pc:docMk/>
            <pc:sldMk cId="3440368203" sldId="284"/>
            <ac:spMk id="5" creationId="{4A52EF3F-8573-76F5-CD43-B762649FCB89}"/>
          </ac:spMkLst>
        </pc:spChg>
        <pc:spChg chg="add mod">
          <ac:chgData name="Indra Dwi Rianto" userId="56ba3eeb-817e-4a52-8b0b-33eaae7f6d0e" providerId="ADAL" clId="{6ED9062C-7A49-41DB-8A0D-24F8B023C7F3}" dt="2022-11-19T02:08:55.890" v="5" actId="21"/>
          <ac:spMkLst>
            <pc:docMk/>
            <pc:sldMk cId="3440368203" sldId="284"/>
            <ac:spMk id="6" creationId="{9917AA14-7165-5A6F-A729-37F9636DB388}"/>
          </ac:spMkLst>
        </pc:spChg>
      </pc:sldChg>
      <pc:sldChg chg="del">
        <pc:chgData name="Indra Dwi Rianto" userId="56ba3eeb-817e-4a52-8b0b-33eaae7f6d0e" providerId="ADAL" clId="{6ED9062C-7A49-41DB-8A0D-24F8B023C7F3}" dt="2022-11-19T02:08:48.486" v="4" actId="2696"/>
        <pc:sldMkLst>
          <pc:docMk/>
          <pc:sldMk cId="1326176266" sldId="285"/>
        </pc:sldMkLst>
      </pc:sldChg>
      <pc:sldChg chg="del">
        <pc:chgData name="Indra Dwi Rianto" userId="56ba3eeb-817e-4a52-8b0b-33eaae7f6d0e" providerId="ADAL" clId="{6ED9062C-7A49-41DB-8A0D-24F8B023C7F3}" dt="2022-11-19T02:08:48.486" v="4" actId="2696"/>
        <pc:sldMkLst>
          <pc:docMk/>
          <pc:sldMk cId="916679034" sldId="287"/>
        </pc:sldMkLst>
      </pc:sldChg>
      <pc:sldChg chg="del">
        <pc:chgData name="Indra Dwi Rianto" userId="56ba3eeb-817e-4a52-8b0b-33eaae7f6d0e" providerId="ADAL" clId="{6ED9062C-7A49-41DB-8A0D-24F8B023C7F3}" dt="2022-11-19T02:08:48.486" v="4" actId="2696"/>
        <pc:sldMkLst>
          <pc:docMk/>
          <pc:sldMk cId="4280594537" sldId="288"/>
        </pc:sldMkLst>
      </pc:sldChg>
      <pc:sldChg chg="del">
        <pc:chgData name="Indra Dwi Rianto" userId="56ba3eeb-817e-4a52-8b0b-33eaae7f6d0e" providerId="ADAL" clId="{6ED9062C-7A49-41DB-8A0D-24F8B023C7F3}" dt="2022-11-19T02:08:48.486" v="4" actId="2696"/>
        <pc:sldMkLst>
          <pc:docMk/>
          <pc:sldMk cId="1438615486" sldId="290"/>
        </pc:sldMkLst>
      </pc:sldChg>
      <pc:sldChg chg="del">
        <pc:chgData name="Indra Dwi Rianto" userId="56ba3eeb-817e-4a52-8b0b-33eaae7f6d0e" providerId="ADAL" clId="{6ED9062C-7A49-41DB-8A0D-24F8B023C7F3}" dt="2022-11-19T02:08:48.486" v="4" actId="2696"/>
        <pc:sldMkLst>
          <pc:docMk/>
          <pc:sldMk cId="413592168" sldId="291"/>
        </pc:sldMkLst>
      </pc:sldChg>
      <pc:sldChg chg="del">
        <pc:chgData name="Indra Dwi Rianto" userId="56ba3eeb-817e-4a52-8b0b-33eaae7f6d0e" providerId="ADAL" clId="{6ED9062C-7A49-41DB-8A0D-24F8B023C7F3}" dt="2022-11-19T02:08:48.486" v="4" actId="2696"/>
        <pc:sldMkLst>
          <pc:docMk/>
          <pc:sldMk cId="138873752" sldId="292"/>
        </pc:sldMkLst>
      </pc:sldChg>
      <pc:sldChg chg="modSp add del mod ord">
        <pc:chgData name="Indra Dwi Rianto" userId="56ba3eeb-817e-4a52-8b0b-33eaae7f6d0e" providerId="ADAL" clId="{6ED9062C-7A49-41DB-8A0D-24F8B023C7F3}" dt="2022-11-19T03:19:04.102" v="470" actId="2696"/>
        <pc:sldMkLst>
          <pc:docMk/>
          <pc:sldMk cId="0" sldId="302"/>
        </pc:sldMkLst>
        <pc:spChg chg="mod">
          <ac:chgData name="Indra Dwi Rianto" userId="56ba3eeb-817e-4a52-8b0b-33eaae7f6d0e" providerId="ADAL" clId="{6ED9062C-7A49-41DB-8A0D-24F8B023C7F3}" dt="2022-11-19T02:35:08.517" v="110" actId="27636"/>
          <ac:spMkLst>
            <pc:docMk/>
            <pc:sldMk cId="0" sldId="302"/>
            <ac:spMk id="31748" creationId="{00000000-0000-0000-0000-000000000000}"/>
          </ac:spMkLst>
        </pc:spChg>
      </pc:sldChg>
      <pc:sldChg chg="addSp delSp modSp add del mod setBg modNotesTx">
        <pc:chgData name="Indra Dwi Rianto" userId="56ba3eeb-817e-4a52-8b0b-33eaae7f6d0e" providerId="ADAL" clId="{6ED9062C-7A49-41DB-8A0D-24F8B023C7F3}" dt="2022-11-19T02:39:58.550" v="155" actId="2696"/>
        <pc:sldMkLst>
          <pc:docMk/>
          <pc:sldMk cId="0" sldId="303"/>
        </pc:sldMkLst>
        <pc:spChg chg="add del mod">
          <ac:chgData name="Indra Dwi Rianto" userId="56ba3eeb-817e-4a52-8b0b-33eaae7f6d0e" providerId="ADAL" clId="{6ED9062C-7A49-41DB-8A0D-24F8B023C7F3}" dt="2022-11-19T02:23:34.469" v="80" actId="21"/>
          <ac:spMkLst>
            <pc:docMk/>
            <pc:sldMk cId="0" sldId="303"/>
            <ac:spMk id="3" creationId="{D50B5898-FA1A-785A-733E-17203037E7AA}"/>
          </ac:spMkLst>
        </pc:spChg>
        <pc:spChg chg="add mod">
          <ac:chgData name="Indra Dwi Rianto" userId="56ba3eeb-817e-4a52-8b0b-33eaae7f6d0e" providerId="ADAL" clId="{6ED9062C-7A49-41DB-8A0D-24F8B023C7F3}" dt="2022-11-19T02:39:36.148" v="145" actId="164"/>
          <ac:spMkLst>
            <pc:docMk/>
            <pc:sldMk cId="0" sldId="303"/>
            <ac:spMk id="5" creationId="{67DC5478-AE1E-C128-B5DA-B9FF21DD2DF1}"/>
          </ac:spMkLst>
        </pc:spChg>
        <pc:spChg chg="mod">
          <ac:chgData name="Indra Dwi Rianto" userId="56ba3eeb-817e-4a52-8b0b-33eaae7f6d0e" providerId="ADAL" clId="{6ED9062C-7A49-41DB-8A0D-24F8B023C7F3}" dt="2022-11-19T02:23:29.796" v="78" actId="26606"/>
          <ac:spMkLst>
            <pc:docMk/>
            <pc:sldMk cId="0" sldId="303"/>
            <ac:spMk id="6" creationId="{00000000-0000-0000-0000-000000000000}"/>
          </ac:spMkLst>
        </pc:spChg>
        <pc:spChg chg="add mod">
          <ac:chgData name="Indra Dwi Rianto" userId="56ba3eeb-817e-4a52-8b0b-33eaae7f6d0e" providerId="ADAL" clId="{6ED9062C-7A49-41DB-8A0D-24F8B023C7F3}" dt="2022-11-19T02:39:36.148" v="145" actId="164"/>
          <ac:spMkLst>
            <pc:docMk/>
            <pc:sldMk cId="0" sldId="303"/>
            <ac:spMk id="8" creationId="{FEE889FC-C22D-87D9-8325-8A8BED19F17B}"/>
          </ac:spMkLst>
        </pc:spChg>
        <pc:spChg chg="add mod">
          <ac:chgData name="Indra Dwi Rianto" userId="56ba3eeb-817e-4a52-8b0b-33eaae7f6d0e" providerId="ADAL" clId="{6ED9062C-7A49-41DB-8A0D-24F8B023C7F3}" dt="2022-11-19T02:39:36.148" v="145" actId="164"/>
          <ac:spMkLst>
            <pc:docMk/>
            <pc:sldMk cId="0" sldId="303"/>
            <ac:spMk id="10" creationId="{4D4BA179-CFED-7A24-B6FB-A1EA052B5DB0}"/>
          </ac:spMkLst>
        </pc:spChg>
        <pc:spChg chg="mod ord">
          <ac:chgData name="Indra Dwi Rianto" userId="56ba3eeb-817e-4a52-8b0b-33eaae7f6d0e" providerId="ADAL" clId="{6ED9062C-7A49-41DB-8A0D-24F8B023C7F3}" dt="2022-11-19T02:23:29.796" v="78" actId="26606"/>
          <ac:spMkLst>
            <pc:docMk/>
            <pc:sldMk cId="0" sldId="303"/>
            <ac:spMk id="6146" creationId="{00000000-0000-0000-0000-000000000000}"/>
          </ac:spMkLst>
        </pc:spChg>
        <pc:spChg chg="mod">
          <ac:chgData name="Indra Dwi Rianto" userId="56ba3eeb-817e-4a52-8b0b-33eaae7f6d0e" providerId="ADAL" clId="{6ED9062C-7A49-41DB-8A0D-24F8B023C7F3}" dt="2022-11-19T02:23:29.796" v="78" actId="26606"/>
          <ac:spMkLst>
            <pc:docMk/>
            <pc:sldMk cId="0" sldId="303"/>
            <ac:spMk id="6147" creationId="{00000000-0000-0000-0000-000000000000}"/>
          </ac:spMkLst>
        </pc:spChg>
        <pc:spChg chg="del mod ord">
          <ac:chgData name="Indra Dwi Rianto" userId="56ba3eeb-817e-4a52-8b0b-33eaae7f6d0e" providerId="ADAL" clId="{6ED9062C-7A49-41DB-8A0D-24F8B023C7F3}" dt="2022-11-19T02:23:31.441" v="79" actId="21"/>
          <ac:spMkLst>
            <pc:docMk/>
            <pc:sldMk cId="0" sldId="303"/>
            <ac:spMk id="6148" creationId="{00000000-0000-0000-0000-000000000000}"/>
          </ac:spMkLst>
        </pc:spChg>
        <pc:spChg chg="add del">
          <ac:chgData name="Indra Dwi Rianto" userId="56ba3eeb-817e-4a52-8b0b-33eaae7f6d0e" providerId="ADAL" clId="{6ED9062C-7A49-41DB-8A0D-24F8B023C7F3}" dt="2022-11-19T02:23:29.796" v="78" actId="26606"/>
          <ac:spMkLst>
            <pc:docMk/>
            <pc:sldMk cId="0" sldId="303"/>
            <ac:spMk id="6153" creationId="{0CABCAE3-64FC-4149-819F-2C1812824154}"/>
          </ac:spMkLst>
        </pc:spChg>
        <pc:grpChg chg="add mod">
          <ac:chgData name="Indra Dwi Rianto" userId="56ba3eeb-817e-4a52-8b0b-33eaae7f6d0e" providerId="ADAL" clId="{6ED9062C-7A49-41DB-8A0D-24F8B023C7F3}" dt="2022-11-19T02:39:06.196" v="135" actId="164"/>
          <ac:grpSpMkLst>
            <pc:docMk/>
            <pc:sldMk cId="0" sldId="303"/>
            <ac:grpSpMk id="11" creationId="{436EC559-6BC0-421F-7B88-698EDBFBDDF3}"/>
          </ac:grpSpMkLst>
        </pc:grpChg>
        <pc:grpChg chg="add mod">
          <ac:chgData name="Indra Dwi Rianto" userId="56ba3eeb-817e-4a52-8b0b-33eaae7f6d0e" providerId="ADAL" clId="{6ED9062C-7A49-41DB-8A0D-24F8B023C7F3}" dt="2022-11-19T02:39:36.148" v="145" actId="164"/>
          <ac:grpSpMkLst>
            <pc:docMk/>
            <pc:sldMk cId="0" sldId="303"/>
            <ac:grpSpMk id="12" creationId="{0C7DBB82-B901-307F-E81A-E08D1AA04A67}"/>
          </ac:grpSpMkLst>
        </pc:grpChg>
        <pc:picChg chg="add mod">
          <ac:chgData name="Indra Dwi Rianto" userId="56ba3eeb-817e-4a52-8b0b-33eaae7f6d0e" providerId="ADAL" clId="{6ED9062C-7A49-41DB-8A0D-24F8B023C7F3}" dt="2022-11-19T02:39:36.148" v="145" actId="164"/>
          <ac:picMkLst>
            <pc:docMk/>
            <pc:sldMk cId="0" sldId="303"/>
            <ac:picMk id="1026" creationId="{0290B4C6-D760-271B-A465-E9E86D4C57FC}"/>
          </ac:picMkLst>
        </pc:picChg>
        <pc:picChg chg="add del">
          <ac:chgData name="Indra Dwi Rianto" userId="56ba3eeb-817e-4a52-8b0b-33eaae7f6d0e" providerId="ADAL" clId="{6ED9062C-7A49-41DB-8A0D-24F8B023C7F3}" dt="2022-11-19T02:23:29.796" v="78" actId="26606"/>
          <ac:picMkLst>
            <pc:docMk/>
            <pc:sldMk cId="0" sldId="303"/>
            <ac:picMk id="6155" creationId="{012FDCFE-9AD2-4D8A-8CBF-B3AA37EBF6DD}"/>
          </ac:picMkLst>
        </pc:picChg>
        <pc:cxnChg chg="add del">
          <ac:chgData name="Indra Dwi Rianto" userId="56ba3eeb-817e-4a52-8b0b-33eaae7f6d0e" providerId="ADAL" clId="{6ED9062C-7A49-41DB-8A0D-24F8B023C7F3}" dt="2022-11-19T02:23:29.796" v="78" actId="26606"/>
          <ac:cxnSpMkLst>
            <pc:docMk/>
            <pc:sldMk cId="0" sldId="303"/>
            <ac:cxnSpMk id="6157" creationId="{FBD463FC-4CA8-4FF4-85A3-AF9F4B98D210}"/>
          </ac:cxnSpMkLst>
        </pc:cxnChg>
        <pc:cxnChg chg="add del">
          <ac:chgData name="Indra Dwi Rianto" userId="56ba3eeb-817e-4a52-8b0b-33eaae7f6d0e" providerId="ADAL" clId="{6ED9062C-7A49-41DB-8A0D-24F8B023C7F3}" dt="2022-11-19T02:23:29.796" v="78" actId="26606"/>
          <ac:cxnSpMkLst>
            <pc:docMk/>
            <pc:sldMk cId="0" sldId="303"/>
            <ac:cxnSpMk id="6159" creationId="{A56012FD-74A8-4C91-B318-435CF2B71927}"/>
          </ac:cxnSpMkLst>
        </pc:cxnChg>
      </pc:sldChg>
      <pc:sldChg chg="modSp add del mod">
        <pc:chgData name="Indra Dwi Rianto" userId="56ba3eeb-817e-4a52-8b0b-33eaae7f6d0e" providerId="ADAL" clId="{6ED9062C-7A49-41DB-8A0D-24F8B023C7F3}" dt="2022-11-19T02:40:27.575" v="161" actId="2696"/>
        <pc:sldMkLst>
          <pc:docMk/>
          <pc:sldMk cId="0" sldId="304"/>
        </pc:sldMkLst>
        <pc:spChg chg="mod">
          <ac:chgData name="Indra Dwi Rianto" userId="56ba3eeb-817e-4a52-8b0b-33eaae7f6d0e" providerId="ADAL" clId="{6ED9062C-7A49-41DB-8A0D-24F8B023C7F3}" dt="2022-11-19T02:11:55.914" v="63" actId="27636"/>
          <ac:spMkLst>
            <pc:docMk/>
            <pc:sldMk cId="0" sldId="304"/>
            <ac:spMk id="7172" creationId="{00000000-0000-0000-0000-000000000000}"/>
          </ac:spMkLst>
        </pc:spChg>
      </pc:sldChg>
      <pc:sldChg chg="modSp add del mod">
        <pc:chgData name="Indra Dwi Rianto" userId="56ba3eeb-817e-4a52-8b0b-33eaae7f6d0e" providerId="ADAL" clId="{6ED9062C-7A49-41DB-8A0D-24F8B023C7F3}" dt="2022-11-19T02:41:07.035" v="171" actId="2696"/>
        <pc:sldMkLst>
          <pc:docMk/>
          <pc:sldMk cId="0" sldId="305"/>
        </pc:sldMkLst>
        <pc:spChg chg="mod">
          <ac:chgData name="Indra Dwi Rianto" userId="56ba3eeb-817e-4a52-8b0b-33eaae7f6d0e" providerId="ADAL" clId="{6ED9062C-7A49-41DB-8A0D-24F8B023C7F3}" dt="2022-11-19T02:40:44.335" v="164"/>
          <ac:spMkLst>
            <pc:docMk/>
            <pc:sldMk cId="0" sldId="305"/>
            <ac:spMk id="8196" creationId="{00000000-0000-0000-0000-000000000000}"/>
          </ac:spMkLst>
        </pc:spChg>
      </pc:sldChg>
      <pc:sldChg chg="modSp add del mod">
        <pc:chgData name="Indra Dwi Rianto" userId="56ba3eeb-817e-4a52-8b0b-33eaae7f6d0e" providerId="ADAL" clId="{6ED9062C-7A49-41DB-8A0D-24F8B023C7F3}" dt="2022-11-19T02:50:18.085" v="211" actId="2696"/>
        <pc:sldMkLst>
          <pc:docMk/>
          <pc:sldMk cId="0" sldId="306"/>
        </pc:sldMkLst>
        <pc:spChg chg="mod">
          <ac:chgData name="Indra Dwi Rianto" userId="56ba3eeb-817e-4a52-8b0b-33eaae7f6d0e" providerId="ADAL" clId="{6ED9062C-7A49-41DB-8A0D-24F8B023C7F3}" dt="2022-11-19T02:41:16.150" v="173" actId="1076"/>
          <ac:spMkLst>
            <pc:docMk/>
            <pc:sldMk cId="0" sldId="306"/>
            <ac:spMk id="9218" creationId="{00000000-0000-0000-0000-000000000000}"/>
          </ac:spMkLst>
        </pc:spChg>
      </pc:sldChg>
      <pc:sldChg chg="modSp add del mod">
        <pc:chgData name="Indra Dwi Rianto" userId="56ba3eeb-817e-4a52-8b0b-33eaae7f6d0e" providerId="ADAL" clId="{6ED9062C-7A49-41DB-8A0D-24F8B023C7F3}" dt="2022-11-19T02:52:01.088" v="263" actId="2696"/>
        <pc:sldMkLst>
          <pc:docMk/>
          <pc:sldMk cId="0" sldId="307"/>
        </pc:sldMkLst>
        <pc:spChg chg="mod">
          <ac:chgData name="Indra Dwi Rianto" userId="56ba3eeb-817e-4a52-8b0b-33eaae7f6d0e" providerId="ADAL" clId="{6ED9062C-7A49-41DB-8A0D-24F8B023C7F3}" dt="2022-11-19T02:51:43.132" v="254" actId="27636"/>
          <ac:spMkLst>
            <pc:docMk/>
            <pc:sldMk cId="0" sldId="307"/>
            <ac:spMk id="10244" creationId="{00000000-0000-0000-0000-000000000000}"/>
          </ac:spMkLst>
        </pc:spChg>
      </pc:sldChg>
      <pc:sldChg chg="modSp add del mod">
        <pc:chgData name="Indra Dwi Rianto" userId="56ba3eeb-817e-4a52-8b0b-33eaae7f6d0e" providerId="ADAL" clId="{6ED9062C-7A49-41DB-8A0D-24F8B023C7F3}" dt="2022-11-19T02:52:10.510" v="267" actId="2696"/>
        <pc:sldMkLst>
          <pc:docMk/>
          <pc:sldMk cId="0" sldId="308"/>
        </pc:sldMkLst>
        <pc:spChg chg="mod">
          <ac:chgData name="Indra Dwi Rianto" userId="56ba3eeb-817e-4a52-8b0b-33eaae7f6d0e" providerId="ADAL" clId="{6ED9062C-7A49-41DB-8A0D-24F8B023C7F3}" dt="2022-11-19T02:52:06.707" v="265" actId="21"/>
          <ac:spMkLst>
            <pc:docMk/>
            <pc:sldMk cId="0" sldId="308"/>
            <ac:spMk id="11268" creationId="{00000000-0000-0000-0000-000000000000}"/>
          </ac:spMkLst>
        </pc:spChg>
      </pc:sldChg>
      <pc:sldChg chg="add del ord">
        <pc:chgData name="Indra Dwi Rianto" userId="56ba3eeb-817e-4a52-8b0b-33eaae7f6d0e" providerId="ADAL" clId="{6ED9062C-7A49-41DB-8A0D-24F8B023C7F3}" dt="2022-11-19T03:13:26.891" v="322" actId="2696"/>
        <pc:sldMkLst>
          <pc:docMk/>
          <pc:sldMk cId="0" sldId="309"/>
        </pc:sldMkLst>
      </pc:sldChg>
      <pc:sldChg chg="add del">
        <pc:chgData name="Indra Dwi Rianto" userId="56ba3eeb-817e-4a52-8b0b-33eaae7f6d0e" providerId="ADAL" clId="{6ED9062C-7A49-41DB-8A0D-24F8B023C7F3}" dt="2022-11-19T03:13:53.057" v="338" actId="2696"/>
        <pc:sldMkLst>
          <pc:docMk/>
          <pc:sldMk cId="0" sldId="310"/>
        </pc:sldMkLst>
      </pc:sldChg>
      <pc:sldChg chg="modSp add del mod">
        <pc:chgData name="Indra Dwi Rianto" userId="56ba3eeb-817e-4a52-8b0b-33eaae7f6d0e" providerId="ADAL" clId="{6ED9062C-7A49-41DB-8A0D-24F8B023C7F3}" dt="2022-11-19T03:14:51.765" v="357" actId="2696"/>
        <pc:sldMkLst>
          <pc:docMk/>
          <pc:sldMk cId="0" sldId="311"/>
        </pc:sldMkLst>
        <pc:spChg chg="mod">
          <ac:chgData name="Indra Dwi Rianto" userId="56ba3eeb-817e-4a52-8b0b-33eaae7f6d0e" providerId="ADAL" clId="{6ED9062C-7A49-41DB-8A0D-24F8B023C7F3}" dt="2022-11-19T02:34:02.963" v="108" actId="20577"/>
          <ac:spMkLst>
            <pc:docMk/>
            <pc:sldMk cId="0" sldId="311"/>
            <ac:spMk id="14340" creationId="{00000000-0000-0000-0000-000000000000}"/>
          </ac:spMkLst>
        </pc:spChg>
      </pc:sldChg>
      <pc:sldChg chg="modSp add del mod">
        <pc:chgData name="Indra Dwi Rianto" userId="56ba3eeb-817e-4a52-8b0b-33eaae7f6d0e" providerId="ADAL" clId="{6ED9062C-7A49-41DB-8A0D-24F8B023C7F3}" dt="2022-11-19T03:15:35.717" v="397" actId="2696"/>
        <pc:sldMkLst>
          <pc:docMk/>
          <pc:sldMk cId="0" sldId="312"/>
        </pc:sldMkLst>
        <pc:spChg chg="mod">
          <ac:chgData name="Indra Dwi Rianto" userId="56ba3eeb-817e-4a52-8b0b-33eaae7f6d0e" providerId="ADAL" clId="{6ED9062C-7A49-41DB-8A0D-24F8B023C7F3}" dt="2022-11-19T02:11:55.975" v="66" actId="27636"/>
          <ac:spMkLst>
            <pc:docMk/>
            <pc:sldMk cId="0" sldId="312"/>
            <ac:spMk id="15364" creationId="{00000000-0000-0000-0000-000000000000}"/>
          </ac:spMkLst>
        </pc:spChg>
      </pc:sldChg>
      <pc:sldChg chg="modSp add del mod">
        <pc:chgData name="Indra Dwi Rianto" userId="56ba3eeb-817e-4a52-8b0b-33eaae7f6d0e" providerId="ADAL" clId="{6ED9062C-7A49-41DB-8A0D-24F8B023C7F3}" dt="2022-11-19T03:16:11.317" v="420" actId="2696"/>
        <pc:sldMkLst>
          <pc:docMk/>
          <pc:sldMk cId="0" sldId="316"/>
        </pc:sldMkLst>
        <pc:spChg chg="mod">
          <ac:chgData name="Indra Dwi Rianto" userId="56ba3eeb-817e-4a52-8b0b-33eaae7f6d0e" providerId="ADAL" clId="{6ED9062C-7A49-41DB-8A0D-24F8B023C7F3}" dt="2022-11-19T02:11:55.991" v="67" actId="27636"/>
          <ac:spMkLst>
            <pc:docMk/>
            <pc:sldMk cId="0" sldId="316"/>
            <ac:spMk id="19460" creationId="{00000000-0000-0000-0000-000000000000}"/>
          </ac:spMkLst>
        </pc:spChg>
      </pc:sldChg>
      <pc:sldChg chg="modSp add del mod">
        <pc:chgData name="Indra Dwi Rianto" userId="56ba3eeb-817e-4a52-8b0b-33eaae7f6d0e" providerId="ADAL" clId="{6ED9062C-7A49-41DB-8A0D-24F8B023C7F3}" dt="2022-11-19T03:16:28.779" v="424" actId="2696"/>
        <pc:sldMkLst>
          <pc:docMk/>
          <pc:sldMk cId="0" sldId="317"/>
        </pc:sldMkLst>
        <pc:spChg chg="mod">
          <ac:chgData name="Indra Dwi Rianto" userId="56ba3eeb-817e-4a52-8b0b-33eaae7f6d0e" providerId="ADAL" clId="{6ED9062C-7A49-41DB-8A0D-24F8B023C7F3}" dt="2022-11-19T02:11:56" v="68" actId="27636"/>
          <ac:spMkLst>
            <pc:docMk/>
            <pc:sldMk cId="0" sldId="317"/>
            <ac:spMk id="20484" creationId="{00000000-0000-0000-0000-000000000000}"/>
          </ac:spMkLst>
        </pc:spChg>
      </pc:sldChg>
      <pc:sldChg chg="add del">
        <pc:chgData name="Indra Dwi Rianto" userId="56ba3eeb-817e-4a52-8b0b-33eaae7f6d0e" providerId="ADAL" clId="{6ED9062C-7A49-41DB-8A0D-24F8B023C7F3}" dt="2022-11-19T03:17:07.149" v="449" actId="2696"/>
        <pc:sldMkLst>
          <pc:docMk/>
          <pc:sldMk cId="0" sldId="324"/>
        </pc:sldMkLst>
      </pc:sldChg>
      <pc:sldChg chg="add del">
        <pc:chgData name="Indra Dwi Rianto" userId="56ba3eeb-817e-4a52-8b0b-33eaae7f6d0e" providerId="ADAL" clId="{6ED9062C-7A49-41DB-8A0D-24F8B023C7F3}" dt="2022-11-19T03:17:16.630" v="452" actId="2696"/>
        <pc:sldMkLst>
          <pc:docMk/>
          <pc:sldMk cId="0" sldId="325"/>
        </pc:sldMkLst>
      </pc:sldChg>
      <pc:sldChg chg="add del">
        <pc:chgData name="Indra Dwi Rianto" userId="56ba3eeb-817e-4a52-8b0b-33eaae7f6d0e" providerId="ADAL" clId="{6ED9062C-7A49-41DB-8A0D-24F8B023C7F3}" dt="2022-11-19T03:18:34.338" v="462" actId="2696"/>
        <pc:sldMkLst>
          <pc:docMk/>
          <pc:sldMk cId="0" sldId="326"/>
        </pc:sldMkLst>
      </pc:sldChg>
      <pc:sldChg chg="add del">
        <pc:chgData name="Indra Dwi Rianto" userId="56ba3eeb-817e-4a52-8b0b-33eaae7f6d0e" providerId="ADAL" clId="{6ED9062C-7A49-41DB-8A0D-24F8B023C7F3}" dt="2022-11-19T03:18:48.747" v="466" actId="2696"/>
        <pc:sldMkLst>
          <pc:docMk/>
          <pc:sldMk cId="0" sldId="327"/>
        </pc:sldMkLst>
      </pc:sldChg>
      <pc:sldChg chg="addSp delSp modSp add mod">
        <pc:chgData name="Indra Dwi Rianto" userId="56ba3eeb-817e-4a52-8b0b-33eaae7f6d0e" providerId="ADAL" clId="{6ED9062C-7A49-41DB-8A0D-24F8B023C7F3}" dt="2022-11-19T02:49:57.455" v="210"/>
        <pc:sldMkLst>
          <pc:docMk/>
          <pc:sldMk cId="2676275997" sldId="328"/>
        </pc:sldMkLst>
        <pc:spChg chg="mod">
          <ac:chgData name="Indra Dwi Rianto" userId="56ba3eeb-817e-4a52-8b0b-33eaae7f6d0e" providerId="ADAL" clId="{6ED9062C-7A49-41DB-8A0D-24F8B023C7F3}" dt="2022-11-19T02:38:42.235" v="133"/>
          <ac:spMkLst>
            <pc:docMk/>
            <pc:sldMk cId="2676275997" sldId="328"/>
            <ac:spMk id="2" creationId="{B28B18E6-38E9-4616-95C3-EAA7140592AF}"/>
          </ac:spMkLst>
        </pc:spChg>
        <pc:spChg chg="del mod">
          <ac:chgData name="Indra Dwi Rianto" userId="56ba3eeb-817e-4a52-8b0b-33eaae7f6d0e" providerId="ADAL" clId="{6ED9062C-7A49-41DB-8A0D-24F8B023C7F3}" dt="2022-11-19T02:39:45.825" v="149" actId="21"/>
          <ac:spMkLst>
            <pc:docMk/>
            <pc:sldMk cId="2676275997" sldId="328"/>
            <ac:spMk id="3" creationId="{B5E6ACF6-7CA9-4FB3-BFFB-2D73E3AD967B}"/>
          </ac:spMkLst>
        </pc:spChg>
        <pc:spChg chg="mod">
          <ac:chgData name="Indra Dwi Rianto" userId="56ba3eeb-817e-4a52-8b0b-33eaae7f6d0e" providerId="ADAL" clId="{6ED9062C-7A49-41DB-8A0D-24F8B023C7F3}" dt="2022-11-19T02:39:57.355" v="154" actId="14100"/>
          <ac:spMkLst>
            <pc:docMk/>
            <pc:sldMk cId="2676275997" sldId="328"/>
            <ac:spMk id="6" creationId="{32251FC4-C269-02A3-98EF-8F8F92DE6809}"/>
          </ac:spMkLst>
        </pc:spChg>
        <pc:spChg chg="mod">
          <ac:chgData name="Indra Dwi Rianto" userId="56ba3eeb-817e-4a52-8b0b-33eaae7f6d0e" providerId="ADAL" clId="{6ED9062C-7A49-41DB-8A0D-24F8B023C7F3}" dt="2022-11-19T02:39:53.313" v="152" actId="14100"/>
          <ac:spMkLst>
            <pc:docMk/>
            <pc:sldMk cId="2676275997" sldId="328"/>
            <ac:spMk id="7" creationId="{81BC01A3-EA92-31BB-8CE2-B8D2469CD356}"/>
          </ac:spMkLst>
        </pc:spChg>
        <pc:spChg chg="mod">
          <ac:chgData name="Indra Dwi Rianto" userId="56ba3eeb-817e-4a52-8b0b-33eaae7f6d0e" providerId="ADAL" clId="{6ED9062C-7A49-41DB-8A0D-24F8B023C7F3}" dt="2022-11-19T02:39:55.485" v="153" actId="14100"/>
          <ac:spMkLst>
            <pc:docMk/>
            <pc:sldMk cId="2676275997" sldId="328"/>
            <ac:spMk id="8" creationId="{79A7EF02-385D-D1CC-D562-AD330C53460E}"/>
          </ac:spMkLst>
        </pc:spChg>
        <pc:spChg chg="add mod">
          <ac:chgData name="Indra Dwi Rianto" userId="56ba3eeb-817e-4a52-8b0b-33eaae7f6d0e" providerId="ADAL" clId="{6ED9062C-7A49-41DB-8A0D-24F8B023C7F3}" dt="2022-11-19T02:49:57.455" v="210"/>
          <ac:spMkLst>
            <pc:docMk/>
            <pc:sldMk cId="2676275997" sldId="328"/>
            <ac:spMk id="9" creationId="{1E886A1A-4824-ECD8-3102-56298DF83934}"/>
          </ac:spMkLst>
        </pc:spChg>
        <pc:grpChg chg="add mod">
          <ac:chgData name="Indra Dwi Rianto" userId="56ba3eeb-817e-4a52-8b0b-33eaae7f6d0e" providerId="ADAL" clId="{6ED9062C-7A49-41DB-8A0D-24F8B023C7F3}" dt="2022-11-19T02:39:50.124" v="151" actId="1076"/>
          <ac:grpSpMkLst>
            <pc:docMk/>
            <pc:sldMk cId="2676275997" sldId="328"/>
            <ac:grpSpMk id="4" creationId="{C643AEEF-6BD3-5D5D-62FC-1C96FF22898E}"/>
          </ac:grpSpMkLst>
        </pc:grpChg>
        <pc:picChg chg="mod">
          <ac:chgData name="Indra Dwi Rianto" userId="56ba3eeb-817e-4a52-8b0b-33eaae7f6d0e" providerId="ADAL" clId="{6ED9062C-7A49-41DB-8A0D-24F8B023C7F3}" dt="2022-11-19T02:39:50.124" v="151" actId="1076"/>
          <ac:picMkLst>
            <pc:docMk/>
            <pc:sldMk cId="2676275997" sldId="328"/>
            <ac:picMk id="5" creationId="{BD1BE989-3354-7CB2-4BFE-F0DC6504817D}"/>
          </ac:picMkLst>
        </pc:picChg>
      </pc:sldChg>
      <pc:sldChg chg="addSp delSp modSp add mod">
        <pc:chgData name="Indra Dwi Rianto" userId="56ba3eeb-817e-4a52-8b0b-33eaae7f6d0e" providerId="ADAL" clId="{6ED9062C-7A49-41DB-8A0D-24F8B023C7F3}" dt="2022-11-19T02:45:47.136" v="184" actId="1076"/>
        <pc:sldMkLst>
          <pc:docMk/>
          <pc:sldMk cId="2161358319" sldId="329"/>
        </pc:sldMkLst>
        <pc:spChg chg="add mod">
          <ac:chgData name="Indra Dwi Rianto" userId="56ba3eeb-817e-4a52-8b0b-33eaae7f6d0e" providerId="ADAL" clId="{6ED9062C-7A49-41DB-8A0D-24F8B023C7F3}" dt="2022-11-19T02:40:23.834" v="160" actId="14100"/>
          <ac:spMkLst>
            <pc:docMk/>
            <pc:sldMk cId="2161358319" sldId="329"/>
            <ac:spMk id="9" creationId="{431DEA0C-2504-4314-1AE7-1A668145BEBF}"/>
          </ac:spMkLst>
        </pc:spChg>
        <pc:spChg chg="add del mod">
          <ac:chgData name="Indra Dwi Rianto" userId="56ba3eeb-817e-4a52-8b0b-33eaae7f6d0e" providerId="ADAL" clId="{6ED9062C-7A49-41DB-8A0D-24F8B023C7F3}" dt="2022-11-19T02:41:40.422" v="179" actId="478"/>
          <ac:spMkLst>
            <pc:docMk/>
            <pc:sldMk cId="2161358319" sldId="329"/>
            <ac:spMk id="10" creationId="{DFD8D63B-BEB3-41CD-1E3A-632828D08E62}"/>
          </ac:spMkLst>
        </pc:spChg>
        <pc:spChg chg="mod">
          <ac:chgData name="Indra Dwi Rianto" userId="56ba3eeb-817e-4a52-8b0b-33eaae7f6d0e" providerId="ADAL" clId="{6ED9062C-7A49-41DB-8A0D-24F8B023C7F3}" dt="2022-11-19T02:41:24.047" v="174"/>
          <ac:spMkLst>
            <pc:docMk/>
            <pc:sldMk cId="2161358319" sldId="329"/>
            <ac:spMk id="12" creationId="{47014DB6-8547-1B90-2665-F82938CA5716}"/>
          </ac:spMkLst>
        </pc:spChg>
        <pc:spChg chg="mod">
          <ac:chgData name="Indra Dwi Rianto" userId="56ba3eeb-817e-4a52-8b0b-33eaae7f6d0e" providerId="ADAL" clId="{6ED9062C-7A49-41DB-8A0D-24F8B023C7F3}" dt="2022-11-19T02:41:24.047" v="174"/>
          <ac:spMkLst>
            <pc:docMk/>
            <pc:sldMk cId="2161358319" sldId="329"/>
            <ac:spMk id="13" creationId="{17116370-EFF1-B1DA-75DE-E4CD05364AAC}"/>
          </ac:spMkLst>
        </pc:spChg>
        <pc:spChg chg="mod">
          <ac:chgData name="Indra Dwi Rianto" userId="56ba3eeb-817e-4a52-8b0b-33eaae7f6d0e" providerId="ADAL" clId="{6ED9062C-7A49-41DB-8A0D-24F8B023C7F3}" dt="2022-11-19T02:41:24.047" v="174"/>
          <ac:spMkLst>
            <pc:docMk/>
            <pc:sldMk cId="2161358319" sldId="329"/>
            <ac:spMk id="14" creationId="{793C9B04-E76D-C6F3-41DA-7ED642BAEE4F}"/>
          </ac:spMkLst>
        </pc:spChg>
        <pc:spChg chg="mod">
          <ac:chgData name="Indra Dwi Rianto" userId="56ba3eeb-817e-4a52-8b0b-33eaae7f6d0e" providerId="ADAL" clId="{6ED9062C-7A49-41DB-8A0D-24F8B023C7F3}" dt="2022-11-19T02:41:24.047" v="174"/>
          <ac:spMkLst>
            <pc:docMk/>
            <pc:sldMk cId="2161358319" sldId="329"/>
            <ac:spMk id="15" creationId="{41A57451-94FC-8CD8-7DDC-E1CE1A3156A0}"/>
          </ac:spMkLst>
        </pc:spChg>
        <pc:spChg chg="mod">
          <ac:chgData name="Indra Dwi Rianto" userId="56ba3eeb-817e-4a52-8b0b-33eaae7f6d0e" providerId="ADAL" clId="{6ED9062C-7A49-41DB-8A0D-24F8B023C7F3}" dt="2022-11-19T02:41:24.047" v="174"/>
          <ac:spMkLst>
            <pc:docMk/>
            <pc:sldMk cId="2161358319" sldId="329"/>
            <ac:spMk id="16" creationId="{CD66AC4A-B965-B878-8C9A-A7623AF5B36C}"/>
          </ac:spMkLst>
        </pc:spChg>
        <pc:spChg chg="mod">
          <ac:chgData name="Indra Dwi Rianto" userId="56ba3eeb-817e-4a52-8b0b-33eaae7f6d0e" providerId="ADAL" clId="{6ED9062C-7A49-41DB-8A0D-24F8B023C7F3}" dt="2022-11-19T02:41:24.047" v="174"/>
          <ac:spMkLst>
            <pc:docMk/>
            <pc:sldMk cId="2161358319" sldId="329"/>
            <ac:spMk id="17" creationId="{C040CB8C-B440-00B1-7C75-26C6EF9C496E}"/>
          </ac:spMkLst>
        </pc:spChg>
        <pc:spChg chg="add mod">
          <ac:chgData name="Indra Dwi Rianto" userId="56ba3eeb-817e-4a52-8b0b-33eaae7f6d0e" providerId="ADAL" clId="{6ED9062C-7A49-41DB-8A0D-24F8B023C7F3}" dt="2022-11-19T02:45:47.136" v="184" actId="1076"/>
          <ac:spMkLst>
            <pc:docMk/>
            <pc:sldMk cId="2161358319" sldId="329"/>
            <ac:spMk id="19" creationId="{13BE0477-39A0-3E8C-97A6-7E149DBB6C78}"/>
          </ac:spMkLst>
        </pc:spChg>
        <pc:grpChg chg="del">
          <ac:chgData name="Indra Dwi Rianto" userId="56ba3eeb-817e-4a52-8b0b-33eaae7f6d0e" providerId="ADAL" clId="{6ED9062C-7A49-41DB-8A0D-24F8B023C7F3}" dt="2022-11-19T02:40:14.465" v="157" actId="478"/>
          <ac:grpSpMkLst>
            <pc:docMk/>
            <pc:sldMk cId="2161358319" sldId="329"/>
            <ac:grpSpMk id="4" creationId="{C643AEEF-6BD3-5D5D-62FC-1C96FF22898E}"/>
          </ac:grpSpMkLst>
        </pc:grpChg>
        <pc:grpChg chg="add mod">
          <ac:chgData name="Indra Dwi Rianto" userId="56ba3eeb-817e-4a52-8b0b-33eaae7f6d0e" providerId="ADAL" clId="{6ED9062C-7A49-41DB-8A0D-24F8B023C7F3}" dt="2022-11-19T02:45:42.146" v="182" actId="1076"/>
          <ac:grpSpMkLst>
            <pc:docMk/>
            <pc:sldMk cId="2161358319" sldId="329"/>
            <ac:grpSpMk id="11" creationId="{D9D0DA9B-A3CF-D679-FB51-403916BAA06B}"/>
          </ac:grpSpMkLst>
        </pc:grpChg>
      </pc:sldChg>
      <pc:sldChg chg="addSp delSp modSp add mod modNotesTx">
        <pc:chgData name="Indra Dwi Rianto" userId="56ba3eeb-817e-4a52-8b0b-33eaae7f6d0e" providerId="ADAL" clId="{6ED9062C-7A49-41DB-8A0D-24F8B023C7F3}" dt="2022-11-19T02:51:38.673" v="251" actId="21"/>
        <pc:sldMkLst>
          <pc:docMk/>
          <pc:sldMk cId="1296949644" sldId="330"/>
        </pc:sldMkLst>
        <pc:spChg chg="add mod">
          <ac:chgData name="Indra Dwi Rianto" userId="56ba3eeb-817e-4a52-8b0b-33eaae7f6d0e" providerId="ADAL" clId="{6ED9062C-7A49-41DB-8A0D-24F8B023C7F3}" dt="2022-11-19T02:48:41.756" v="207" actId="1076"/>
          <ac:spMkLst>
            <pc:docMk/>
            <pc:sldMk cId="1296949644" sldId="330"/>
            <ac:spMk id="4" creationId="{AA285EF3-1A6A-8A37-40F8-E7F0345A12E6}"/>
          </ac:spMkLst>
        </pc:spChg>
        <pc:spChg chg="add del mod">
          <ac:chgData name="Indra Dwi Rianto" userId="56ba3eeb-817e-4a52-8b0b-33eaae7f6d0e" providerId="ADAL" clId="{6ED9062C-7A49-41DB-8A0D-24F8B023C7F3}" dt="2022-11-19T02:51:34.891" v="250" actId="21"/>
          <ac:spMkLst>
            <pc:docMk/>
            <pc:sldMk cId="1296949644" sldId="330"/>
            <ac:spMk id="5" creationId="{3184A921-CC21-F4A6-B975-C4B1F38E66FA}"/>
          </ac:spMkLst>
        </pc:spChg>
        <pc:spChg chg="add del mod">
          <ac:chgData name="Indra Dwi Rianto" userId="56ba3eeb-817e-4a52-8b0b-33eaae7f6d0e" providerId="ADAL" clId="{6ED9062C-7A49-41DB-8A0D-24F8B023C7F3}" dt="2022-11-19T02:51:38.673" v="251" actId="21"/>
          <ac:spMkLst>
            <pc:docMk/>
            <pc:sldMk cId="1296949644" sldId="330"/>
            <ac:spMk id="7" creationId="{CCF2C6B8-64AE-C664-1815-BB11BBD4E050}"/>
          </ac:spMkLst>
        </pc:spChg>
        <pc:spChg chg="mod">
          <ac:chgData name="Indra Dwi Rianto" userId="56ba3eeb-817e-4a52-8b0b-33eaae7f6d0e" providerId="ADAL" clId="{6ED9062C-7A49-41DB-8A0D-24F8B023C7F3}" dt="2022-11-19T02:46:55.317" v="190" actId="14100"/>
          <ac:spMkLst>
            <pc:docMk/>
            <pc:sldMk cId="1296949644" sldId="330"/>
            <ac:spMk id="9" creationId="{431DEA0C-2504-4314-1AE7-1A668145BEBF}"/>
          </ac:spMkLst>
        </pc:spChg>
        <pc:picChg chg="add mod">
          <ac:chgData name="Indra Dwi Rianto" userId="56ba3eeb-817e-4a52-8b0b-33eaae7f6d0e" providerId="ADAL" clId="{6ED9062C-7A49-41DB-8A0D-24F8B023C7F3}" dt="2022-11-19T02:47:01.391" v="191" actId="571"/>
          <ac:picMkLst>
            <pc:docMk/>
            <pc:sldMk cId="1296949644" sldId="330"/>
            <ac:picMk id="3" creationId="{41A83ADB-A1C8-677F-EFEC-2CA0C665C9C7}"/>
          </ac:picMkLst>
        </pc:picChg>
        <pc:picChg chg="add del mod">
          <ac:chgData name="Indra Dwi Rianto" userId="56ba3eeb-817e-4a52-8b0b-33eaae7f6d0e" providerId="ADAL" clId="{6ED9062C-7A49-41DB-8A0D-24F8B023C7F3}" dt="2022-11-19T02:47:03.018" v="192" actId="21"/>
          <ac:picMkLst>
            <pc:docMk/>
            <pc:sldMk cId="1296949644" sldId="330"/>
            <ac:picMk id="2050" creationId="{308E45FF-7233-DD6A-529A-73EB431BDBC7}"/>
          </ac:picMkLst>
        </pc:picChg>
      </pc:sldChg>
      <pc:sldChg chg="addSp delSp modSp add mod">
        <pc:chgData name="Indra Dwi Rianto" userId="56ba3eeb-817e-4a52-8b0b-33eaae7f6d0e" providerId="ADAL" clId="{6ED9062C-7A49-41DB-8A0D-24F8B023C7F3}" dt="2022-11-19T02:51:58.855" v="262" actId="1076"/>
        <pc:sldMkLst>
          <pc:docMk/>
          <pc:sldMk cId="1302263961" sldId="331"/>
        </pc:sldMkLst>
        <pc:spChg chg="del">
          <ac:chgData name="Indra Dwi Rianto" userId="56ba3eeb-817e-4a52-8b0b-33eaae7f6d0e" providerId="ADAL" clId="{6ED9062C-7A49-41DB-8A0D-24F8B023C7F3}" dt="2022-11-19T02:51:46.982" v="255" actId="478"/>
          <ac:spMkLst>
            <pc:docMk/>
            <pc:sldMk cId="1302263961" sldId="331"/>
            <ac:spMk id="4" creationId="{AA285EF3-1A6A-8A37-40F8-E7F0345A12E6}"/>
          </ac:spMkLst>
        </pc:spChg>
        <pc:spChg chg="add mod">
          <ac:chgData name="Indra Dwi Rianto" userId="56ba3eeb-817e-4a52-8b0b-33eaae7f6d0e" providerId="ADAL" clId="{6ED9062C-7A49-41DB-8A0D-24F8B023C7F3}" dt="2022-11-19T02:51:58.855" v="262" actId="1076"/>
          <ac:spMkLst>
            <pc:docMk/>
            <pc:sldMk cId="1302263961" sldId="331"/>
            <ac:spMk id="6" creationId="{102BEE2F-846D-28B4-1BAA-6CA6F33E92BC}"/>
          </ac:spMkLst>
        </pc:spChg>
        <pc:spChg chg="del">
          <ac:chgData name="Indra Dwi Rianto" userId="56ba3eeb-817e-4a52-8b0b-33eaae7f6d0e" providerId="ADAL" clId="{6ED9062C-7A49-41DB-8A0D-24F8B023C7F3}" dt="2022-11-19T02:51:46.982" v="255" actId="478"/>
          <ac:spMkLst>
            <pc:docMk/>
            <pc:sldMk cId="1302263961" sldId="331"/>
            <ac:spMk id="9" creationId="{431DEA0C-2504-4314-1AE7-1A668145BEBF}"/>
          </ac:spMkLst>
        </pc:spChg>
        <pc:picChg chg="del">
          <ac:chgData name="Indra Dwi Rianto" userId="56ba3eeb-817e-4a52-8b0b-33eaae7f6d0e" providerId="ADAL" clId="{6ED9062C-7A49-41DB-8A0D-24F8B023C7F3}" dt="2022-11-19T02:51:46.982" v="255" actId="478"/>
          <ac:picMkLst>
            <pc:docMk/>
            <pc:sldMk cId="1302263961" sldId="331"/>
            <ac:picMk id="3" creationId="{41A83ADB-A1C8-677F-EFEC-2CA0C665C9C7}"/>
          </ac:picMkLst>
        </pc:picChg>
      </pc:sldChg>
      <pc:sldChg chg="addSp modSp add mod">
        <pc:chgData name="Indra Dwi Rianto" userId="56ba3eeb-817e-4a52-8b0b-33eaae7f6d0e" providerId="ADAL" clId="{6ED9062C-7A49-41DB-8A0D-24F8B023C7F3}" dt="2022-11-19T03:11:22.756" v="290" actId="1076"/>
        <pc:sldMkLst>
          <pc:docMk/>
          <pc:sldMk cId="2986171234" sldId="332"/>
        </pc:sldMkLst>
        <pc:spChg chg="add mod">
          <ac:chgData name="Indra Dwi Rianto" userId="56ba3eeb-817e-4a52-8b0b-33eaae7f6d0e" providerId="ADAL" clId="{6ED9062C-7A49-41DB-8A0D-24F8B023C7F3}" dt="2022-11-19T03:11:22.756" v="290" actId="1076"/>
          <ac:spMkLst>
            <pc:docMk/>
            <pc:sldMk cId="2986171234" sldId="332"/>
            <ac:spMk id="3" creationId="{F368DE8B-59AC-6E87-68DF-6446C55CCDC7}"/>
          </ac:spMkLst>
        </pc:spChg>
        <pc:spChg chg="mod">
          <ac:chgData name="Indra Dwi Rianto" userId="56ba3eeb-817e-4a52-8b0b-33eaae7f6d0e" providerId="ADAL" clId="{6ED9062C-7A49-41DB-8A0D-24F8B023C7F3}" dt="2022-11-19T02:52:08.739" v="266"/>
          <ac:spMkLst>
            <pc:docMk/>
            <pc:sldMk cId="2986171234" sldId="332"/>
            <ac:spMk id="6" creationId="{102BEE2F-846D-28B4-1BAA-6CA6F33E92BC}"/>
          </ac:spMkLst>
        </pc:spChg>
        <pc:picChg chg="add mod">
          <ac:chgData name="Indra Dwi Rianto" userId="56ba3eeb-817e-4a52-8b0b-33eaae7f6d0e" providerId="ADAL" clId="{6ED9062C-7A49-41DB-8A0D-24F8B023C7F3}" dt="2022-11-19T03:09:50.912" v="272" actId="1076"/>
          <ac:picMkLst>
            <pc:docMk/>
            <pc:sldMk cId="2986171234" sldId="332"/>
            <ac:picMk id="5122" creationId="{88C63D05-F932-4759-D2AF-B129FB8B6ECF}"/>
          </ac:picMkLst>
        </pc:picChg>
      </pc:sldChg>
      <pc:sldChg chg="addSp delSp modSp add mod">
        <pc:chgData name="Indra Dwi Rianto" userId="56ba3eeb-817e-4a52-8b0b-33eaae7f6d0e" providerId="ADAL" clId="{6ED9062C-7A49-41DB-8A0D-24F8B023C7F3}" dt="2022-11-19T03:13:09.358" v="307" actId="1036"/>
        <pc:sldMkLst>
          <pc:docMk/>
          <pc:sldMk cId="3686700145" sldId="333"/>
        </pc:sldMkLst>
        <pc:spChg chg="mod">
          <ac:chgData name="Indra Dwi Rianto" userId="56ba3eeb-817e-4a52-8b0b-33eaae7f6d0e" providerId="ADAL" clId="{6ED9062C-7A49-41DB-8A0D-24F8B023C7F3}" dt="2022-11-19T03:10:13.506" v="276"/>
          <ac:spMkLst>
            <pc:docMk/>
            <pc:sldMk cId="3686700145" sldId="333"/>
            <ac:spMk id="2" creationId="{B28B18E6-38E9-4616-95C3-EAA7140592AF}"/>
          </ac:spMkLst>
        </pc:spChg>
        <pc:spChg chg="add del mod">
          <ac:chgData name="Indra Dwi Rianto" userId="56ba3eeb-817e-4a52-8b0b-33eaae7f6d0e" providerId="ADAL" clId="{6ED9062C-7A49-41DB-8A0D-24F8B023C7F3}" dt="2022-11-19T03:11:18.889" v="288" actId="21"/>
          <ac:spMkLst>
            <pc:docMk/>
            <pc:sldMk cId="3686700145" sldId="333"/>
            <ac:spMk id="4" creationId="{D2F110F7-C78E-E038-A2EF-7B5303E7CD7C}"/>
          </ac:spMkLst>
        </pc:spChg>
        <pc:spChg chg="mod">
          <ac:chgData name="Indra Dwi Rianto" userId="56ba3eeb-817e-4a52-8b0b-33eaae7f6d0e" providerId="ADAL" clId="{6ED9062C-7A49-41DB-8A0D-24F8B023C7F3}" dt="2022-11-19T03:10:18.051" v="277"/>
          <ac:spMkLst>
            <pc:docMk/>
            <pc:sldMk cId="3686700145" sldId="333"/>
            <ac:spMk id="6" creationId="{102BEE2F-846D-28B4-1BAA-6CA6F33E92BC}"/>
          </ac:spMkLst>
        </pc:spChg>
        <pc:spChg chg="add del mod topLvl">
          <ac:chgData name="Indra Dwi Rianto" userId="56ba3eeb-817e-4a52-8b0b-33eaae7f6d0e" providerId="ADAL" clId="{6ED9062C-7A49-41DB-8A0D-24F8B023C7F3}" dt="2022-11-19T03:12:23.768" v="299" actId="21"/>
          <ac:spMkLst>
            <pc:docMk/>
            <pc:sldMk cId="3686700145" sldId="333"/>
            <ac:spMk id="7" creationId="{ADE2BC51-99E1-D4BB-D4F8-A1D9EB55B526}"/>
          </ac:spMkLst>
        </pc:spChg>
        <pc:spChg chg="add del mod">
          <ac:chgData name="Indra Dwi Rianto" userId="56ba3eeb-817e-4a52-8b0b-33eaae7f6d0e" providerId="ADAL" clId="{6ED9062C-7A49-41DB-8A0D-24F8B023C7F3}" dt="2022-11-19T03:12:36.928" v="302" actId="21"/>
          <ac:spMkLst>
            <pc:docMk/>
            <pc:sldMk cId="3686700145" sldId="333"/>
            <ac:spMk id="9" creationId="{0D6F223B-CA2F-F6C0-74B9-F55BA5A40D49}"/>
          </ac:spMkLst>
        </pc:spChg>
        <pc:spChg chg="add mod">
          <ac:chgData name="Indra Dwi Rianto" userId="56ba3eeb-817e-4a52-8b0b-33eaae7f6d0e" providerId="ADAL" clId="{6ED9062C-7A49-41DB-8A0D-24F8B023C7F3}" dt="2022-11-19T03:13:09.358" v="307" actId="1036"/>
          <ac:spMkLst>
            <pc:docMk/>
            <pc:sldMk cId="3686700145" sldId="333"/>
            <ac:spMk id="10" creationId="{389DEE2E-23E2-B535-3A0E-10D987CA395A}"/>
          </ac:spMkLst>
        </pc:spChg>
        <pc:grpChg chg="add del mod">
          <ac:chgData name="Indra Dwi Rianto" userId="56ba3eeb-817e-4a52-8b0b-33eaae7f6d0e" providerId="ADAL" clId="{6ED9062C-7A49-41DB-8A0D-24F8B023C7F3}" dt="2022-11-19T03:12:23.768" v="299" actId="21"/>
          <ac:grpSpMkLst>
            <pc:docMk/>
            <pc:sldMk cId="3686700145" sldId="333"/>
            <ac:grpSpMk id="8" creationId="{2FA4AF24-E997-0D86-2C7A-902422C4F972}"/>
          </ac:grpSpMkLst>
        </pc:grpChg>
        <pc:picChg chg="add mod topLvl">
          <ac:chgData name="Indra Dwi Rianto" userId="56ba3eeb-817e-4a52-8b0b-33eaae7f6d0e" providerId="ADAL" clId="{6ED9062C-7A49-41DB-8A0D-24F8B023C7F3}" dt="2022-11-19T03:12:23.768" v="299" actId="21"/>
          <ac:picMkLst>
            <pc:docMk/>
            <pc:sldMk cId="3686700145" sldId="333"/>
            <ac:picMk id="3" creationId="{A0AB42AC-C5FA-3126-183E-F3D4CBAD4808}"/>
          </ac:picMkLst>
        </pc:picChg>
        <pc:picChg chg="del">
          <ac:chgData name="Indra Dwi Rianto" userId="56ba3eeb-817e-4a52-8b0b-33eaae7f6d0e" providerId="ADAL" clId="{6ED9062C-7A49-41DB-8A0D-24F8B023C7F3}" dt="2022-11-19T03:10:19.156" v="278" actId="21"/>
          <ac:picMkLst>
            <pc:docMk/>
            <pc:sldMk cId="3686700145" sldId="333"/>
            <ac:picMk id="5122" creationId="{88C63D05-F932-4759-D2AF-B129FB8B6ECF}"/>
          </ac:picMkLst>
        </pc:picChg>
      </pc:sldChg>
      <pc:sldChg chg="addSp delSp modSp add mod">
        <pc:chgData name="Indra Dwi Rianto" userId="56ba3eeb-817e-4a52-8b0b-33eaae7f6d0e" providerId="ADAL" clId="{6ED9062C-7A49-41DB-8A0D-24F8B023C7F3}" dt="2022-11-19T03:14:50.507" v="356" actId="1076"/>
        <pc:sldMkLst>
          <pc:docMk/>
          <pc:sldMk cId="1041057127" sldId="334"/>
        </pc:sldMkLst>
        <pc:spChg chg="mod">
          <ac:chgData name="Indra Dwi Rianto" userId="56ba3eeb-817e-4a52-8b0b-33eaae7f6d0e" providerId="ADAL" clId="{6ED9062C-7A49-41DB-8A0D-24F8B023C7F3}" dt="2022-11-19T03:13:42.165" v="335" actId="20577"/>
          <ac:spMkLst>
            <pc:docMk/>
            <pc:sldMk cId="1041057127" sldId="334"/>
            <ac:spMk id="2" creationId="{B28B18E6-38E9-4616-95C3-EAA7140592AF}"/>
          </ac:spMkLst>
        </pc:spChg>
        <pc:spChg chg="add mod">
          <ac:chgData name="Indra Dwi Rianto" userId="56ba3eeb-817e-4a52-8b0b-33eaae7f6d0e" providerId="ADAL" clId="{6ED9062C-7A49-41DB-8A0D-24F8B023C7F3}" dt="2022-11-19T03:14:01.753" v="339" actId="14100"/>
          <ac:spMkLst>
            <pc:docMk/>
            <pc:sldMk cId="1041057127" sldId="334"/>
            <ac:spMk id="5" creationId="{161CF426-A252-CF66-539D-4110B560DED7}"/>
          </ac:spMkLst>
        </pc:spChg>
        <pc:spChg chg="del mod">
          <ac:chgData name="Indra Dwi Rianto" userId="56ba3eeb-817e-4a52-8b0b-33eaae7f6d0e" providerId="ADAL" clId="{6ED9062C-7A49-41DB-8A0D-24F8B023C7F3}" dt="2022-11-19T03:13:37.420" v="326"/>
          <ac:spMkLst>
            <pc:docMk/>
            <pc:sldMk cId="1041057127" sldId="334"/>
            <ac:spMk id="6" creationId="{102BEE2F-846D-28B4-1BAA-6CA6F33E92BC}"/>
          </ac:spMkLst>
        </pc:spChg>
        <pc:spChg chg="add mod">
          <ac:chgData name="Indra Dwi Rianto" userId="56ba3eeb-817e-4a52-8b0b-33eaae7f6d0e" providerId="ADAL" clId="{6ED9062C-7A49-41DB-8A0D-24F8B023C7F3}" dt="2022-11-19T03:14:50.507" v="356" actId="1076"/>
          <ac:spMkLst>
            <pc:docMk/>
            <pc:sldMk cId="1041057127" sldId="334"/>
            <ac:spMk id="8" creationId="{55DCEBA9-34C8-3084-CE79-CE4A26458BF2}"/>
          </ac:spMkLst>
        </pc:spChg>
        <pc:spChg chg="del">
          <ac:chgData name="Indra Dwi Rianto" userId="56ba3eeb-817e-4a52-8b0b-33eaae7f6d0e" providerId="ADAL" clId="{6ED9062C-7A49-41DB-8A0D-24F8B023C7F3}" dt="2022-11-19T03:14:14.425" v="342" actId="21"/>
          <ac:spMkLst>
            <pc:docMk/>
            <pc:sldMk cId="1041057127" sldId="334"/>
            <ac:spMk id="10" creationId="{389DEE2E-23E2-B535-3A0E-10D987CA395A}"/>
          </ac:spMkLst>
        </pc:spChg>
        <pc:picChg chg="del">
          <ac:chgData name="Indra Dwi Rianto" userId="56ba3eeb-817e-4a52-8b0b-33eaae7f6d0e" providerId="ADAL" clId="{6ED9062C-7A49-41DB-8A0D-24F8B023C7F3}" dt="2022-11-19T03:14:14.425" v="342" actId="21"/>
          <ac:picMkLst>
            <pc:docMk/>
            <pc:sldMk cId="1041057127" sldId="334"/>
            <ac:picMk id="3" creationId="{A0AB42AC-C5FA-3126-183E-F3D4CBAD4808}"/>
          </ac:picMkLst>
        </pc:picChg>
      </pc:sldChg>
      <pc:sldChg chg="delSp modSp add mod">
        <pc:chgData name="Indra Dwi Rianto" userId="56ba3eeb-817e-4a52-8b0b-33eaae7f6d0e" providerId="ADAL" clId="{6ED9062C-7A49-41DB-8A0D-24F8B023C7F3}" dt="2022-11-19T03:15:06.795" v="367" actId="20577"/>
        <pc:sldMkLst>
          <pc:docMk/>
          <pc:sldMk cId="3194542108" sldId="335"/>
        </pc:sldMkLst>
        <pc:spChg chg="mod">
          <ac:chgData name="Indra Dwi Rianto" userId="56ba3eeb-817e-4a52-8b0b-33eaae7f6d0e" providerId="ADAL" clId="{6ED9062C-7A49-41DB-8A0D-24F8B023C7F3}" dt="2022-11-19T03:15:06.795" v="367" actId="20577"/>
          <ac:spMkLst>
            <pc:docMk/>
            <pc:sldMk cId="3194542108" sldId="335"/>
            <ac:spMk id="2" creationId="{B28B18E6-38E9-4616-95C3-EAA7140592AF}"/>
          </ac:spMkLst>
        </pc:spChg>
        <pc:spChg chg="mod">
          <ac:chgData name="Indra Dwi Rianto" userId="56ba3eeb-817e-4a52-8b0b-33eaae7f6d0e" providerId="ADAL" clId="{6ED9062C-7A49-41DB-8A0D-24F8B023C7F3}" dt="2022-11-19T03:15:01.211" v="359"/>
          <ac:spMkLst>
            <pc:docMk/>
            <pc:sldMk cId="3194542108" sldId="335"/>
            <ac:spMk id="5" creationId="{161CF426-A252-CF66-539D-4110B560DED7}"/>
          </ac:spMkLst>
        </pc:spChg>
        <pc:spChg chg="del">
          <ac:chgData name="Indra Dwi Rianto" userId="56ba3eeb-817e-4a52-8b0b-33eaae7f6d0e" providerId="ADAL" clId="{6ED9062C-7A49-41DB-8A0D-24F8B023C7F3}" dt="2022-11-19T03:15:03.101" v="360" actId="21"/>
          <ac:spMkLst>
            <pc:docMk/>
            <pc:sldMk cId="3194542108" sldId="335"/>
            <ac:spMk id="8" creationId="{55DCEBA9-34C8-3084-CE79-CE4A26458BF2}"/>
          </ac:spMkLst>
        </pc:spChg>
      </pc:sldChg>
      <pc:sldChg chg="modSp add mod">
        <pc:chgData name="Indra Dwi Rianto" userId="56ba3eeb-817e-4a52-8b0b-33eaae7f6d0e" providerId="ADAL" clId="{6ED9062C-7A49-41DB-8A0D-24F8B023C7F3}" dt="2022-11-19T03:16:07.593" v="418"/>
        <pc:sldMkLst>
          <pc:docMk/>
          <pc:sldMk cId="222112105" sldId="336"/>
        </pc:sldMkLst>
        <pc:spChg chg="mod">
          <ac:chgData name="Indra Dwi Rianto" userId="56ba3eeb-817e-4a52-8b0b-33eaae7f6d0e" providerId="ADAL" clId="{6ED9062C-7A49-41DB-8A0D-24F8B023C7F3}" dt="2022-11-19T03:16:06.302" v="417" actId="20577"/>
          <ac:spMkLst>
            <pc:docMk/>
            <pc:sldMk cId="222112105" sldId="336"/>
            <ac:spMk id="2" creationId="{B28B18E6-38E9-4616-95C3-EAA7140592AF}"/>
          </ac:spMkLst>
        </pc:spChg>
        <pc:spChg chg="mod">
          <ac:chgData name="Indra Dwi Rianto" userId="56ba3eeb-817e-4a52-8b0b-33eaae7f6d0e" providerId="ADAL" clId="{6ED9062C-7A49-41DB-8A0D-24F8B023C7F3}" dt="2022-11-19T03:16:07.593" v="418"/>
          <ac:spMkLst>
            <pc:docMk/>
            <pc:sldMk cId="222112105" sldId="336"/>
            <ac:spMk id="5" creationId="{161CF426-A252-CF66-539D-4110B560DED7}"/>
          </ac:spMkLst>
        </pc:spChg>
      </pc:sldChg>
      <pc:sldChg chg="modSp add mod">
        <pc:chgData name="Indra Dwi Rianto" userId="56ba3eeb-817e-4a52-8b0b-33eaae7f6d0e" providerId="ADAL" clId="{6ED9062C-7A49-41DB-8A0D-24F8B023C7F3}" dt="2022-11-19T03:16:26.842" v="423" actId="14100"/>
        <pc:sldMkLst>
          <pc:docMk/>
          <pc:sldMk cId="4227285556" sldId="337"/>
        </pc:sldMkLst>
        <pc:spChg chg="mod">
          <ac:chgData name="Indra Dwi Rianto" userId="56ba3eeb-817e-4a52-8b0b-33eaae7f6d0e" providerId="ADAL" clId="{6ED9062C-7A49-41DB-8A0D-24F8B023C7F3}" dt="2022-11-19T03:16:26.842" v="423" actId="14100"/>
          <ac:spMkLst>
            <pc:docMk/>
            <pc:sldMk cId="4227285556" sldId="337"/>
            <ac:spMk id="5" creationId="{161CF426-A252-CF66-539D-4110B560DED7}"/>
          </ac:spMkLst>
        </pc:spChg>
      </pc:sldChg>
      <pc:sldChg chg="addSp delSp modSp add mod">
        <pc:chgData name="Indra Dwi Rianto" userId="56ba3eeb-817e-4a52-8b0b-33eaae7f6d0e" providerId="ADAL" clId="{6ED9062C-7A49-41DB-8A0D-24F8B023C7F3}" dt="2022-11-19T03:56:17.944" v="599" actId="313"/>
        <pc:sldMkLst>
          <pc:docMk/>
          <pc:sldMk cId="1824609866" sldId="338"/>
        </pc:sldMkLst>
        <pc:spChg chg="mod">
          <ac:chgData name="Indra Dwi Rianto" userId="56ba3eeb-817e-4a52-8b0b-33eaae7f6d0e" providerId="ADAL" clId="{6ED9062C-7A49-41DB-8A0D-24F8B023C7F3}" dt="2022-11-19T03:16:42.036" v="441" actId="20577"/>
          <ac:spMkLst>
            <pc:docMk/>
            <pc:sldMk cId="1824609866" sldId="338"/>
            <ac:spMk id="2" creationId="{B28B18E6-38E9-4616-95C3-EAA7140592AF}"/>
          </ac:spMkLst>
        </pc:spChg>
        <pc:spChg chg="add mod">
          <ac:chgData name="Indra Dwi Rianto" userId="56ba3eeb-817e-4a52-8b0b-33eaae7f6d0e" providerId="ADAL" clId="{6ED9062C-7A49-41DB-8A0D-24F8B023C7F3}" dt="2022-11-19T03:16:58.992" v="445" actId="1076"/>
          <ac:spMkLst>
            <pc:docMk/>
            <pc:sldMk cId="1824609866" sldId="338"/>
            <ac:spMk id="3" creationId="{2F33DB72-8CD2-D7D2-3F5B-1A8ECE2170AB}"/>
          </ac:spMkLst>
        </pc:spChg>
        <pc:spChg chg="add mod">
          <ac:chgData name="Indra Dwi Rianto" userId="56ba3eeb-817e-4a52-8b0b-33eaae7f6d0e" providerId="ADAL" clId="{6ED9062C-7A49-41DB-8A0D-24F8B023C7F3}" dt="2022-11-19T03:56:17.944" v="599" actId="313"/>
          <ac:spMkLst>
            <pc:docMk/>
            <pc:sldMk cId="1824609866" sldId="338"/>
            <ac:spMk id="4" creationId="{F03D5785-B4F5-96AA-6E83-F1450EF3CC1A}"/>
          </ac:spMkLst>
        </pc:spChg>
        <pc:spChg chg="del">
          <ac:chgData name="Indra Dwi Rianto" userId="56ba3eeb-817e-4a52-8b0b-33eaae7f6d0e" providerId="ADAL" clId="{6ED9062C-7A49-41DB-8A0D-24F8B023C7F3}" dt="2022-11-19T03:16:52.608" v="442" actId="478"/>
          <ac:spMkLst>
            <pc:docMk/>
            <pc:sldMk cId="1824609866" sldId="338"/>
            <ac:spMk id="5" creationId="{161CF426-A252-CF66-539D-4110B560DED7}"/>
          </ac:spMkLst>
        </pc:spChg>
      </pc:sldChg>
      <pc:sldChg chg="modSp add mod ord">
        <pc:chgData name="Indra Dwi Rianto" userId="56ba3eeb-817e-4a52-8b0b-33eaae7f6d0e" providerId="ADAL" clId="{6ED9062C-7A49-41DB-8A0D-24F8B023C7F3}" dt="2022-11-19T03:55:49.238" v="587" actId="404"/>
        <pc:sldMkLst>
          <pc:docMk/>
          <pc:sldMk cId="2516856432" sldId="339"/>
        </pc:sldMkLst>
        <pc:spChg chg="mod">
          <ac:chgData name="Indra Dwi Rianto" userId="56ba3eeb-817e-4a52-8b0b-33eaae7f6d0e" providerId="ADAL" clId="{6ED9062C-7A49-41DB-8A0D-24F8B023C7F3}" dt="2022-11-19T03:17:10.963" v="450"/>
          <ac:spMkLst>
            <pc:docMk/>
            <pc:sldMk cId="2516856432" sldId="339"/>
            <ac:spMk id="3" creationId="{2F33DB72-8CD2-D7D2-3F5B-1A8ECE2170AB}"/>
          </ac:spMkLst>
        </pc:spChg>
        <pc:spChg chg="mod">
          <ac:chgData name="Indra Dwi Rianto" userId="56ba3eeb-817e-4a52-8b0b-33eaae7f6d0e" providerId="ADAL" clId="{6ED9062C-7A49-41DB-8A0D-24F8B023C7F3}" dt="2022-11-19T03:55:49.238" v="587" actId="404"/>
          <ac:spMkLst>
            <pc:docMk/>
            <pc:sldMk cId="2516856432" sldId="339"/>
            <ac:spMk id="4" creationId="{F03D5785-B4F5-96AA-6E83-F1450EF3CC1A}"/>
          </ac:spMkLst>
        </pc:spChg>
      </pc:sldChg>
      <pc:sldChg chg="modSp add del mod">
        <pc:chgData name="Indra Dwi Rianto" userId="56ba3eeb-817e-4a52-8b0b-33eaae7f6d0e" providerId="ADAL" clId="{6ED9062C-7A49-41DB-8A0D-24F8B023C7F3}" dt="2022-11-19T03:19:02.101" v="469" actId="2696"/>
        <pc:sldMkLst>
          <pc:docMk/>
          <pc:sldMk cId="2882125019" sldId="340"/>
        </pc:sldMkLst>
        <pc:spChg chg="mod">
          <ac:chgData name="Indra Dwi Rianto" userId="56ba3eeb-817e-4a52-8b0b-33eaae7f6d0e" providerId="ADAL" clId="{6ED9062C-7A49-41DB-8A0D-24F8B023C7F3}" dt="2022-11-19T03:18:28.853" v="461"/>
          <ac:spMkLst>
            <pc:docMk/>
            <pc:sldMk cId="2882125019" sldId="340"/>
            <ac:spMk id="3" creationId="{2F33DB72-8CD2-D7D2-3F5B-1A8ECE2170AB}"/>
          </ac:spMkLst>
        </pc:spChg>
        <pc:spChg chg="mod">
          <ac:chgData name="Indra Dwi Rianto" userId="56ba3eeb-817e-4a52-8b0b-33eaae7f6d0e" providerId="ADAL" clId="{6ED9062C-7A49-41DB-8A0D-24F8B023C7F3}" dt="2022-11-19T03:18:22.703" v="460"/>
          <ac:spMkLst>
            <pc:docMk/>
            <pc:sldMk cId="2882125019" sldId="340"/>
            <ac:spMk id="4" creationId="{F03D5785-B4F5-96AA-6E83-F1450EF3CC1A}"/>
          </ac:spMkLst>
        </pc:spChg>
      </pc:sldChg>
      <pc:sldChg chg="modSp add mod ord">
        <pc:chgData name="Indra Dwi Rianto" userId="56ba3eeb-817e-4a52-8b0b-33eaae7f6d0e" providerId="ADAL" clId="{6ED9062C-7A49-41DB-8A0D-24F8B023C7F3}" dt="2022-11-19T03:56:11.853" v="594" actId="313"/>
        <pc:sldMkLst>
          <pc:docMk/>
          <pc:sldMk cId="1030797863" sldId="341"/>
        </pc:sldMkLst>
        <pc:spChg chg="mod">
          <ac:chgData name="Indra Dwi Rianto" userId="56ba3eeb-817e-4a52-8b0b-33eaae7f6d0e" providerId="ADAL" clId="{6ED9062C-7A49-41DB-8A0D-24F8B023C7F3}" dt="2022-11-19T03:18:47.573" v="465"/>
          <ac:spMkLst>
            <pc:docMk/>
            <pc:sldMk cId="1030797863" sldId="341"/>
            <ac:spMk id="3" creationId="{2F33DB72-8CD2-D7D2-3F5B-1A8ECE2170AB}"/>
          </ac:spMkLst>
        </pc:spChg>
        <pc:spChg chg="mod">
          <ac:chgData name="Indra Dwi Rianto" userId="56ba3eeb-817e-4a52-8b0b-33eaae7f6d0e" providerId="ADAL" clId="{6ED9062C-7A49-41DB-8A0D-24F8B023C7F3}" dt="2022-11-19T03:56:11.853" v="594" actId="313"/>
          <ac:spMkLst>
            <pc:docMk/>
            <pc:sldMk cId="1030797863" sldId="341"/>
            <ac:spMk id="4" creationId="{F03D5785-B4F5-96AA-6E83-F1450EF3CC1A}"/>
          </ac:spMkLst>
        </pc:spChg>
      </pc:sldChg>
      <pc:sldChg chg="modSp add mod">
        <pc:chgData name="Indra Dwi Rianto" userId="56ba3eeb-817e-4a52-8b0b-33eaae7f6d0e" providerId="ADAL" clId="{6ED9062C-7A49-41DB-8A0D-24F8B023C7F3}" dt="2022-11-19T03:56:43.831" v="603"/>
        <pc:sldMkLst>
          <pc:docMk/>
          <pc:sldMk cId="1154410776" sldId="342"/>
        </pc:sldMkLst>
        <pc:spChg chg="mod">
          <ac:chgData name="Indra Dwi Rianto" userId="56ba3eeb-817e-4a52-8b0b-33eaae7f6d0e" providerId="ADAL" clId="{6ED9062C-7A49-41DB-8A0D-24F8B023C7F3}" dt="2022-11-19T03:48:21.770" v="573"/>
          <ac:spMkLst>
            <pc:docMk/>
            <pc:sldMk cId="1154410776" sldId="342"/>
            <ac:spMk id="3" creationId="{2F33DB72-8CD2-D7D2-3F5B-1A8ECE2170AB}"/>
          </ac:spMkLst>
        </pc:spChg>
        <pc:spChg chg="mod">
          <ac:chgData name="Indra Dwi Rianto" userId="56ba3eeb-817e-4a52-8b0b-33eaae7f6d0e" providerId="ADAL" clId="{6ED9062C-7A49-41DB-8A0D-24F8B023C7F3}" dt="2022-11-19T03:56:43.831" v="603"/>
          <ac:spMkLst>
            <pc:docMk/>
            <pc:sldMk cId="1154410776" sldId="342"/>
            <ac:spMk id="4" creationId="{F03D5785-B4F5-96AA-6E83-F1450EF3CC1A}"/>
          </ac:spMkLst>
        </pc:spChg>
      </pc:sldChg>
      <pc:sldChg chg="add del">
        <pc:chgData name="Indra Dwi Rianto" userId="56ba3eeb-817e-4a52-8b0b-33eaae7f6d0e" providerId="ADAL" clId="{6ED9062C-7A49-41DB-8A0D-24F8B023C7F3}" dt="2022-11-19T03:55:25.483" v="576"/>
        <pc:sldMkLst>
          <pc:docMk/>
          <pc:sldMk cId="254047449" sldId="343"/>
        </pc:sldMkLst>
      </pc:sldChg>
      <pc:sldChg chg="add del">
        <pc:chgData name="Indra Dwi Rianto" userId="56ba3eeb-817e-4a52-8b0b-33eaae7f6d0e" providerId="ADAL" clId="{6ED9062C-7A49-41DB-8A0D-24F8B023C7F3}" dt="2022-11-19T03:55:32.803" v="580"/>
        <pc:sldMkLst>
          <pc:docMk/>
          <pc:sldMk cId="4284707463" sldId="343"/>
        </pc:sldMkLst>
      </pc:sldChg>
      <pc:sldMasterChg chg="delSldLayout">
        <pc:chgData name="Indra Dwi Rianto" userId="56ba3eeb-817e-4a52-8b0b-33eaae7f6d0e" providerId="ADAL" clId="{6ED9062C-7A49-41DB-8A0D-24F8B023C7F3}" dt="2022-11-19T03:19:04.102" v="470" actId="2696"/>
        <pc:sldMasterMkLst>
          <pc:docMk/>
          <pc:sldMasterMk cId="2143758340" sldId="2147484021"/>
        </pc:sldMasterMkLst>
        <pc:sldLayoutChg chg="del">
          <pc:chgData name="Indra Dwi Rianto" userId="56ba3eeb-817e-4a52-8b0b-33eaae7f6d0e" providerId="ADAL" clId="{6ED9062C-7A49-41DB-8A0D-24F8B023C7F3}" dt="2022-11-19T03:19:04.102" v="470" actId="2696"/>
          <pc:sldLayoutMkLst>
            <pc:docMk/>
            <pc:sldMasterMk cId="2143758340" sldId="2147484021"/>
            <pc:sldLayoutMk cId="330110794" sldId="2147484033"/>
          </pc:sldLayoutMkLst>
        </pc:sldLayoutChg>
      </pc:sldMasterChg>
    </pc:docChg>
  </pc:docChgLst>
  <pc:docChgLst>
    <pc:chgData name="Indra Dwi Rianto" userId="56ba3eeb-817e-4a52-8b0b-33eaae7f6d0e" providerId="ADAL" clId="{CCAC185A-F283-40F2-AED4-D22223E02062}"/>
    <pc:docChg chg="undo custSel addSld delSld modSld sldOrd modMainMaster modShowInfo">
      <pc:chgData name="Indra Dwi Rianto" userId="56ba3eeb-817e-4a52-8b0b-33eaae7f6d0e" providerId="ADAL" clId="{CCAC185A-F283-40F2-AED4-D22223E02062}" dt="2022-01-11T07:24:51.008" v="914" actId="20577"/>
      <pc:docMkLst>
        <pc:docMk/>
      </pc:docMkLst>
      <pc:sldChg chg="modSp mod">
        <pc:chgData name="Indra Dwi Rianto" userId="56ba3eeb-817e-4a52-8b0b-33eaae7f6d0e" providerId="ADAL" clId="{CCAC185A-F283-40F2-AED4-D22223E02062}" dt="2022-01-10T13:32:15.098" v="169" actId="20577"/>
        <pc:sldMkLst>
          <pc:docMk/>
          <pc:sldMk cId="1501567721" sldId="256"/>
        </pc:sldMkLst>
        <pc:spChg chg="mod">
          <ac:chgData name="Indra Dwi Rianto" userId="56ba3eeb-817e-4a52-8b0b-33eaae7f6d0e" providerId="ADAL" clId="{CCAC185A-F283-40F2-AED4-D22223E02062}" dt="2022-01-10T13:32:15.098" v="169" actId="20577"/>
          <ac:spMkLst>
            <pc:docMk/>
            <pc:sldMk cId="1501567721" sldId="256"/>
            <ac:spMk id="2" creationId="{AFB4F5AE-DAE1-4A4A-8772-8C604F1B65E6}"/>
          </ac:spMkLst>
        </pc:spChg>
        <pc:spChg chg="mod">
          <ac:chgData name="Indra Dwi Rianto" userId="56ba3eeb-817e-4a52-8b0b-33eaae7f6d0e" providerId="ADAL" clId="{CCAC185A-F283-40F2-AED4-D22223E02062}" dt="2022-01-10T10:56:41.478" v="36" actId="14100"/>
          <ac:spMkLst>
            <pc:docMk/>
            <pc:sldMk cId="1501567721" sldId="256"/>
            <ac:spMk id="3" creationId="{66A2FFCF-1469-47FC-8159-A92A3FE0A1FD}"/>
          </ac:spMkLst>
        </pc:spChg>
      </pc:sldChg>
      <pc:sldChg chg="modSp mod">
        <pc:chgData name="Indra Dwi Rianto" userId="56ba3eeb-817e-4a52-8b0b-33eaae7f6d0e" providerId="ADAL" clId="{CCAC185A-F283-40F2-AED4-D22223E02062}" dt="2022-01-11T06:23:58.072" v="778" actId="20577"/>
        <pc:sldMkLst>
          <pc:docMk/>
          <pc:sldMk cId="2940124282" sldId="257"/>
        </pc:sldMkLst>
        <pc:spChg chg="mod">
          <ac:chgData name="Indra Dwi Rianto" userId="56ba3eeb-817e-4a52-8b0b-33eaae7f6d0e" providerId="ADAL" clId="{CCAC185A-F283-40F2-AED4-D22223E02062}" dt="2022-01-11T06:23:58.072" v="778" actId="20577"/>
          <ac:spMkLst>
            <pc:docMk/>
            <pc:sldMk cId="2940124282" sldId="257"/>
            <ac:spMk id="3" creationId="{B5E6ACF6-7CA9-4FB3-BFFB-2D73E3AD967B}"/>
          </ac:spMkLst>
        </pc:spChg>
      </pc:sldChg>
      <pc:sldChg chg="addSp delSp modSp del mod delAnim">
        <pc:chgData name="Indra Dwi Rianto" userId="56ba3eeb-817e-4a52-8b0b-33eaae7f6d0e" providerId="ADAL" clId="{CCAC185A-F283-40F2-AED4-D22223E02062}" dt="2022-01-10T11:08:19.078" v="69" actId="2696"/>
        <pc:sldMkLst>
          <pc:docMk/>
          <pc:sldMk cId="4263959193" sldId="258"/>
        </pc:sldMkLst>
        <pc:spChg chg="mod">
          <ac:chgData name="Indra Dwi Rianto" userId="56ba3eeb-817e-4a52-8b0b-33eaae7f6d0e" providerId="ADAL" clId="{CCAC185A-F283-40F2-AED4-D22223E02062}" dt="2022-01-10T11:01:51.935" v="62" actId="21"/>
          <ac:spMkLst>
            <pc:docMk/>
            <pc:sldMk cId="4263959193" sldId="258"/>
            <ac:spMk id="2" creationId="{92B9DF1A-472B-4B99-888D-35E4EE10D33A}"/>
          </ac:spMkLst>
        </pc:spChg>
        <pc:spChg chg="add mod">
          <ac:chgData name="Indra Dwi Rianto" userId="56ba3eeb-817e-4a52-8b0b-33eaae7f6d0e" providerId="ADAL" clId="{CCAC185A-F283-40F2-AED4-D22223E02062}" dt="2022-01-10T11:01:20.263" v="57" actId="21"/>
          <ac:spMkLst>
            <pc:docMk/>
            <pc:sldMk cId="4263959193" sldId="258"/>
            <ac:spMk id="4" creationId="{E8DBA3DC-8BEA-4BFE-AFCE-D228ADE5D659}"/>
          </ac:spMkLst>
        </pc:spChg>
        <pc:picChg chg="del">
          <ac:chgData name="Indra Dwi Rianto" userId="56ba3eeb-817e-4a52-8b0b-33eaae7f6d0e" providerId="ADAL" clId="{CCAC185A-F283-40F2-AED4-D22223E02062}" dt="2022-01-10T11:01:20.263" v="57" actId="21"/>
          <ac:picMkLst>
            <pc:docMk/>
            <pc:sldMk cId="4263959193" sldId="258"/>
            <ac:picMk id="5" creationId="{946B52D1-D1F7-464D-A9DA-C457C153F629}"/>
          </ac:picMkLst>
        </pc:picChg>
      </pc:sldChg>
      <pc:sldChg chg="addSp delSp modSp mod">
        <pc:chgData name="Indra Dwi Rianto" userId="56ba3eeb-817e-4a52-8b0b-33eaae7f6d0e" providerId="ADAL" clId="{CCAC185A-F283-40F2-AED4-D22223E02062}" dt="2022-01-11T06:24:13.085" v="784" actId="1076"/>
        <pc:sldMkLst>
          <pc:docMk/>
          <pc:sldMk cId="820308891" sldId="259"/>
        </pc:sldMkLst>
        <pc:spChg chg="mod">
          <ac:chgData name="Indra Dwi Rianto" userId="56ba3eeb-817e-4a52-8b0b-33eaae7f6d0e" providerId="ADAL" clId="{CCAC185A-F283-40F2-AED4-D22223E02062}" dt="2022-01-10T13:56:12.328" v="301" actId="20577"/>
          <ac:spMkLst>
            <pc:docMk/>
            <pc:sldMk cId="820308891" sldId="259"/>
            <ac:spMk id="3" creationId="{DD30BD34-4D14-4ED7-8C28-88D33049DB2E}"/>
          </ac:spMkLst>
        </pc:spChg>
        <pc:spChg chg="add mod">
          <ac:chgData name="Indra Dwi Rianto" userId="56ba3eeb-817e-4a52-8b0b-33eaae7f6d0e" providerId="ADAL" clId="{CCAC185A-F283-40F2-AED4-D22223E02062}" dt="2022-01-11T06:22:01.788" v="764" actId="1076"/>
          <ac:spMkLst>
            <pc:docMk/>
            <pc:sldMk cId="820308891" sldId="259"/>
            <ac:spMk id="5" creationId="{AD021569-1483-4AF5-9BBE-8B5C11510165}"/>
          </ac:spMkLst>
        </pc:spChg>
        <pc:grpChg chg="del">
          <ac:chgData name="Indra Dwi Rianto" userId="56ba3eeb-817e-4a52-8b0b-33eaae7f6d0e" providerId="ADAL" clId="{CCAC185A-F283-40F2-AED4-D22223E02062}" dt="2022-01-10T10:57:19.621" v="52" actId="21"/>
          <ac:grpSpMkLst>
            <pc:docMk/>
            <pc:sldMk cId="820308891" sldId="259"/>
            <ac:grpSpMk id="10" creationId="{00BC01F5-EBC4-4148-8FF1-B32AB6CA5641}"/>
          </ac:grpSpMkLst>
        </pc:grpChg>
        <pc:picChg chg="add mod">
          <ac:chgData name="Indra Dwi Rianto" userId="56ba3eeb-817e-4a52-8b0b-33eaae7f6d0e" providerId="ADAL" clId="{CCAC185A-F283-40F2-AED4-D22223E02062}" dt="2022-01-11T06:24:13.085" v="784" actId="1076"/>
          <ac:picMkLst>
            <pc:docMk/>
            <pc:sldMk cId="820308891" sldId="259"/>
            <ac:picMk id="6" creationId="{216DBCDF-6275-4A3A-ABB9-8A69DEB2F549}"/>
          </ac:picMkLst>
        </pc:picChg>
      </pc:sldChg>
      <pc:sldChg chg="del">
        <pc:chgData name="Indra Dwi Rianto" userId="56ba3eeb-817e-4a52-8b0b-33eaae7f6d0e" providerId="ADAL" clId="{CCAC185A-F283-40F2-AED4-D22223E02062}" dt="2022-01-10T11:01:38.029" v="58" actId="2696"/>
        <pc:sldMkLst>
          <pc:docMk/>
          <pc:sldMk cId="2777830365" sldId="260"/>
        </pc:sldMkLst>
      </pc:sldChg>
      <pc:sldChg chg="del">
        <pc:chgData name="Indra Dwi Rianto" userId="56ba3eeb-817e-4a52-8b0b-33eaae7f6d0e" providerId="ADAL" clId="{CCAC185A-F283-40F2-AED4-D22223E02062}" dt="2022-01-10T11:01:38.029" v="58" actId="2696"/>
        <pc:sldMkLst>
          <pc:docMk/>
          <pc:sldMk cId="3151217143" sldId="261"/>
        </pc:sldMkLst>
      </pc:sldChg>
      <pc:sldChg chg="del">
        <pc:chgData name="Indra Dwi Rianto" userId="56ba3eeb-817e-4a52-8b0b-33eaae7f6d0e" providerId="ADAL" clId="{CCAC185A-F283-40F2-AED4-D22223E02062}" dt="2022-01-10T11:01:43.624" v="59" actId="2696"/>
        <pc:sldMkLst>
          <pc:docMk/>
          <pc:sldMk cId="1106463937" sldId="262"/>
        </pc:sldMkLst>
      </pc:sldChg>
      <pc:sldChg chg="del">
        <pc:chgData name="Indra Dwi Rianto" userId="56ba3eeb-817e-4a52-8b0b-33eaae7f6d0e" providerId="ADAL" clId="{CCAC185A-F283-40F2-AED4-D22223E02062}" dt="2022-01-10T11:01:43.624" v="59" actId="2696"/>
        <pc:sldMkLst>
          <pc:docMk/>
          <pc:sldMk cId="3361683047" sldId="263"/>
        </pc:sldMkLst>
      </pc:sldChg>
      <pc:sldChg chg="del">
        <pc:chgData name="Indra Dwi Rianto" userId="56ba3eeb-817e-4a52-8b0b-33eaae7f6d0e" providerId="ADAL" clId="{CCAC185A-F283-40F2-AED4-D22223E02062}" dt="2022-01-10T11:01:43.624" v="59" actId="2696"/>
        <pc:sldMkLst>
          <pc:docMk/>
          <pc:sldMk cId="1411046256" sldId="264"/>
        </pc:sldMkLst>
      </pc:sldChg>
      <pc:sldChg chg="del">
        <pc:chgData name="Indra Dwi Rianto" userId="56ba3eeb-817e-4a52-8b0b-33eaae7f6d0e" providerId="ADAL" clId="{CCAC185A-F283-40F2-AED4-D22223E02062}" dt="2022-01-10T11:01:43.624" v="59" actId="2696"/>
        <pc:sldMkLst>
          <pc:docMk/>
          <pc:sldMk cId="4185181906" sldId="265"/>
        </pc:sldMkLst>
      </pc:sldChg>
      <pc:sldChg chg="addSp delSp modSp mod">
        <pc:chgData name="Indra Dwi Rianto" userId="56ba3eeb-817e-4a52-8b0b-33eaae7f6d0e" providerId="ADAL" clId="{CCAC185A-F283-40F2-AED4-D22223E02062}" dt="2022-01-11T05:02:15.823" v="705"/>
        <pc:sldMkLst>
          <pc:docMk/>
          <pc:sldMk cId="950083781" sldId="266"/>
        </pc:sldMkLst>
        <pc:spChg chg="mod">
          <ac:chgData name="Indra Dwi Rianto" userId="56ba3eeb-817e-4a52-8b0b-33eaae7f6d0e" providerId="ADAL" clId="{CCAC185A-F283-40F2-AED4-D22223E02062}" dt="2022-01-10T11:10:36.768" v="72" actId="20577"/>
          <ac:spMkLst>
            <pc:docMk/>
            <pc:sldMk cId="950083781" sldId="266"/>
            <ac:spMk id="2" creationId="{950878CE-63AB-49CE-802A-5A4D50152E12}"/>
          </ac:spMkLst>
        </pc:spChg>
        <pc:spChg chg="add mod">
          <ac:chgData name="Indra Dwi Rianto" userId="56ba3eeb-817e-4a52-8b0b-33eaae7f6d0e" providerId="ADAL" clId="{CCAC185A-F283-40F2-AED4-D22223E02062}" dt="2022-01-11T05:02:15.823" v="705"/>
          <ac:spMkLst>
            <pc:docMk/>
            <pc:sldMk cId="950083781" sldId="266"/>
            <ac:spMk id="4" creationId="{30AEC01F-FD59-453B-B264-F692CC116942}"/>
          </ac:spMkLst>
        </pc:spChg>
        <pc:spChg chg="add del mod">
          <ac:chgData name="Indra Dwi Rianto" userId="56ba3eeb-817e-4a52-8b0b-33eaae7f6d0e" providerId="ADAL" clId="{CCAC185A-F283-40F2-AED4-D22223E02062}" dt="2022-01-10T13:37:49.839" v="221" actId="27636"/>
          <ac:spMkLst>
            <pc:docMk/>
            <pc:sldMk cId="950083781" sldId="266"/>
            <ac:spMk id="5" creationId="{16901F06-DB6C-4E1C-890B-9B86FB5500C8}"/>
          </ac:spMkLst>
        </pc:spChg>
        <pc:spChg chg="del mod">
          <ac:chgData name="Indra Dwi Rianto" userId="56ba3eeb-817e-4a52-8b0b-33eaae7f6d0e" providerId="ADAL" clId="{CCAC185A-F283-40F2-AED4-D22223E02062}" dt="2022-01-10T11:07:27.469" v="66" actId="21"/>
          <ac:spMkLst>
            <pc:docMk/>
            <pc:sldMk cId="950083781" sldId="266"/>
            <ac:spMk id="6" creationId="{E65178E1-AD6E-4666-B05A-7657E74A63BD}"/>
          </ac:spMkLst>
        </pc:spChg>
        <pc:spChg chg="add del mod">
          <ac:chgData name="Indra Dwi Rianto" userId="56ba3eeb-817e-4a52-8b0b-33eaae7f6d0e" providerId="ADAL" clId="{CCAC185A-F283-40F2-AED4-D22223E02062}" dt="2022-01-10T11:10:45.929" v="74"/>
          <ac:spMkLst>
            <pc:docMk/>
            <pc:sldMk cId="950083781" sldId="266"/>
            <ac:spMk id="7" creationId="{9B15BE51-78E7-4415-B5A1-92ECCA00871E}"/>
          </ac:spMkLst>
        </pc:spChg>
        <pc:spChg chg="del mod">
          <ac:chgData name="Indra Dwi Rianto" userId="56ba3eeb-817e-4a52-8b0b-33eaae7f6d0e" providerId="ADAL" clId="{CCAC185A-F283-40F2-AED4-D22223E02062}" dt="2022-01-10T11:01:13.860" v="55"/>
          <ac:spMkLst>
            <pc:docMk/>
            <pc:sldMk cId="950083781" sldId="266"/>
            <ac:spMk id="10" creationId="{B0676D16-FBB5-4F40-8A8A-DF0755A52785}"/>
          </ac:spMkLst>
        </pc:spChg>
        <pc:picChg chg="del">
          <ac:chgData name="Indra Dwi Rianto" userId="56ba3eeb-817e-4a52-8b0b-33eaae7f6d0e" providerId="ADAL" clId="{CCAC185A-F283-40F2-AED4-D22223E02062}" dt="2022-01-10T11:04:55.475" v="64" actId="21"/>
          <ac:picMkLst>
            <pc:docMk/>
            <pc:sldMk cId="950083781" sldId="266"/>
            <ac:picMk id="4" creationId="{6DE80382-C949-41F6-86CB-4C8F194C36E9}"/>
          </ac:picMkLst>
        </pc:picChg>
        <pc:picChg chg="del">
          <ac:chgData name="Indra Dwi Rianto" userId="56ba3eeb-817e-4a52-8b0b-33eaae7f6d0e" providerId="ADAL" clId="{CCAC185A-F283-40F2-AED4-D22223E02062}" dt="2022-01-10T11:01:15.090" v="56" actId="21"/>
          <ac:picMkLst>
            <pc:docMk/>
            <pc:sldMk cId="950083781" sldId="266"/>
            <ac:picMk id="8" creationId="{34866B9F-3E30-4F6C-8C96-924507E1FBFD}"/>
          </ac:picMkLst>
        </pc:picChg>
      </pc:sldChg>
      <pc:sldChg chg="del">
        <pc:chgData name="Indra Dwi Rianto" userId="56ba3eeb-817e-4a52-8b0b-33eaae7f6d0e" providerId="ADAL" clId="{CCAC185A-F283-40F2-AED4-D22223E02062}" dt="2022-01-10T11:01:38.029" v="58" actId="2696"/>
        <pc:sldMkLst>
          <pc:docMk/>
          <pc:sldMk cId="3692862421" sldId="267"/>
        </pc:sldMkLst>
      </pc:sldChg>
      <pc:sldChg chg="del">
        <pc:chgData name="Indra Dwi Rianto" userId="56ba3eeb-817e-4a52-8b0b-33eaae7f6d0e" providerId="ADAL" clId="{CCAC185A-F283-40F2-AED4-D22223E02062}" dt="2022-01-10T11:01:38.029" v="58" actId="2696"/>
        <pc:sldMkLst>
          <pc:docMk/>
          <pc:sldMk cId="2866745305" sldId="268"/>
        </pc:sldMkLst>
      </pc:sldChg>
      <pc:sldChg chg="add del">
        <pc:chgData name="Indra Dwi Rianto" userId="56ba3eeb-817e-4a52-8b0b-33eaae7f6d0e" providerId="ADAL" clId="{CCAC185A-F283-40F2-AED4-D22223E02062}" dt="2022-01-10T11:01:54.815" v="63" actId="47"/>
        <pc:sldMkLst>
          <pc:docMk/>
          <pc:sldMk cId="1108423988" sldId="270"/>
        </pc:sldMkLst>
      </pc:sldChg>
      <pc:sldChg chg="addSp delSp modSp new mod">
        <pc:chgData name="Indra Dwi Rianto" userId="56ba3eeb-817e-4a52-8b0b-33eaae7f6d0e" providerId="ADAL" clId="{CCAC185A-F283-40F2-AED4-D22223E02062}" dt="2022-01-10T13:43:48.889" v="227"/>
        <pc:sldMkLst>
          <pc:docMk/>
          <pc:sldMk cId="1461401024" sldId="270"/>
        </pc:sldMkLst>
        <pc:spChg chg="mod">
          <ac:chgData name="Indra Dwi Rianto" userId="56ba3eeb-817e-4a52-8b0b-33eaae7f6d0e" providerId="ADAL" clId="{CCAC185A-F283-40F2-AED4-D22223E02062}" dt="2022-01-10T11:22:48.976" v="124"/>
          <ac:spMkLst>
            <pc:docMk/>
            <pc:sldMk cId="1461401024" sldId="270"/>
            <ac:spMk id="2" creationId="{5DCF12A5-C76F-44E4-9C06-47A32F43DA53}"/>
          </ac:spMkLst>
        </pc:spChg>
        <pc:spChg chg="add del mod">
          <ac:chgData name="Indra Dwi Rianto" userId="56ba3eeb-817e-4a52-8b0b-33eaae7f6d0e" providerId="ADAL" clId="{CCAC185A-F283-40F2-AED4-D22223E02062}" dt="2022-01-10T11:30:30.333" v="153"/>
          <ac:spMkLst>
            <pc:docMk/>
            <pc:sldMk cId="1461401024" sldId="270"/>
            <ac:spMk id="3" creationId="{F6B094F3-885E-44E3-B29E-77C4255EB7F2}"/>
          </ac:spMkLst>
        </pc:spChg>
        <pc:spChg chg="add del mod">
          <ac:chgData name="Indra Dwi Rianto" userId="56ba3eeb-817e-4a52-8b0b-33eaae7f6d0e" providerId="ADAL" clId="{CCAC185A-F283-40F2-AED4-D22223E02062}" dt="2022-01-10T13:43:48.483" v="226" actId="478"/>
          <ac:spMkLst>
            <pc:docMk/>
            <pc:sldMk cId="1461401024" sldId="270"/>
            <ac:spMk id="4" creationId="{74482E06-845F-46DC-9501-F1B083FCDE85}"/>
          </ac:spMkLst>
        </pc:spChg>
        <pc:spChg chg="add mod">
          <ac:chgData name="Indra Dwi Rianto" userId="56ba3eeb-817e-4a52-8b0b-33eaae7f6d0e" providerId="ADAL" clId="{CCAC185A-F283-40F2-AED4-D22223E02062}" dt="2022-01-10T13:43:48.889" v="227"/>
          <ac:spMkLst>
            <pc:docMk/>
            <pc:sldMk cId="1461401024" sldId="270"/>
            <ac:spMk id="5" creationId="{E6576798-516F-42F7-A4BF-9663C5A27BF2}"/>
          </ac:spMkLst>
        </pc:spChg>
      </pc:sldChg>
      <pc:sldChg chg="del">
        <pc:chgData name="Indra Dwi Rianto" userId="56ba3eeb-817e-4a52-8b0b-33eaae7f6d0e" providerId="ADAL" clId="{CCAC185A-F283-40F2-AED4-D22223E02062}" dt="2022-01-10T11:01:38.029" v="58" actId="2696"/>
        <pc:sldMkLst>
          <pc:docMk/>
          <pc:sldMk cId="1824964495" sldId="270"/>
        </pc:sldMkLst>
      </pc:sldChg>
      <pc:sldChg chg="addSp modSp add mod">
        <pc:chgData name="Indra Dwi Rianto" userId="56ba3eeb-817e-4a52-8b0b-33eaae7f6d0e" providerId="ADAL" clId="{CCAC185A-F283-40F2-AED4-D22223E02062}" dt="2022-01-11T02:27:47.734" v="417" actId="1076"/>
        <pc:sldMkLst>
          <pc:docMk/>
          <pc:sldMk cId="1242015411" sldId="271"/>
        </pc:sldMkLst>
        <pc:spChg chg="mod">
          <ac:chgData name="Indra Dwi Rianto" userId="56ba3eeb-817e-4a52-8b0b-33eaae7f6d0e" providerId="ADAL" clId="{CCAC185A-F283-40F2-AED4-D22223E02062}" dt="2022-01-10T14:00:36.177" v="308"/>
          <ac:spMkLst>
            <pc:docMk/>
            <pc:sldMk cId="1242015411" sldId="271"/>
            <ac:spMk id="2" creationId="{950878CE-63AB-49CE-802A-5A4D50152E12}"/>
          </ac:spMkLst>
        </pc:spChg>
        <pc:spChg chg="add mod">
          <ac:chgData name="Indra Dwi Rianto" userId="56ba3eeb-817e-4a52-8b0b-33eaae7f6d0e" providerId="ADAL" clId="{CCAC185A-F283-40F2-AED4-D22223E02062}" dt="2022-01-11T02:24:46.085" v="382" actId="1076"/>
          <ac:spMkLst>
            <pc:docMk/>
            <pc:sldMk cId="1242015411" sldId="271"/>
            <ac:spMk id="4" creationId="{B134714B-27B9-49CC-B624-9A6718D8CD2D}"/>
          </ac:spMkLst>
        </pc:spChg>
        <pc:spChg chg="mod">
          <ac:chgData name="Indra Dwi Rianto" userId="56ba3eeb-817e-4a52-8b0b-33eaae7f6d0e" providerId="ADAL" clId="{CCAC185A-F283-40F2-AED4-D22223E02062}" dt="2022-01-11T02:24:27.254" v="374" actId="6549"/>
          <ac:spMkLst>
            <pc:docMk/>
            <pc:sldMk cId="1242015411" sldId="271"/>
            <ac:spMk id="5" creationId="{16901F06-DB6C-4E1C-890B-9B86FB5500C8}"/>
          </ac:spMkLst>
        </pc:spChg>
        <pc:picChg chg="add mod">
          <ac:chgData name="Indra Dwi Rianto" userId="56ba3eeb-817e-4a52-8b0b-33eaae7f6d0e" providerId="ADAL" clId="{CCAC185A-F283-40F2-AED4-D22223E02062}" dt="2022-01-11T02:27:47.734" v="417" actId="1076"/>
          <ac:picMkLst>
            <pc:docMk/>
            <pc:sldMk cId="1242015411" sldId="271"/>
            <ac:picMk id="6" creationId="{8E604AE8-4630-4861-94C4-93B9644BDF2C}"/>
          </ac:picMkLst>
        </pc:picChg>
      </pc:sldChg>
      <pc:sldChg chg="del">
        <pc:chgData name="Indra Dwi Rianto" userId="56ba3eeb-817e-4a52-8b0b-33eaae7f6d0e" providerId="ADAL" clId="{CCAC185A-F283-40F2-AED4-D22223E02062}" dt="2022-01-10T11:01:38.029" v="58" actId="2696"/>
        <pc:sldMkLst>
          <pc:docMk/>
          <pc:sldMk cId="3283130508" sldId="271"/>
        </pc:sldMkLst>
      </pc:sldChg>
      <pc:sldChg chg="modSp add mod">
        <pc:chgData name="Indra Dwi Rianto" userId="56ba3eeb-817e-4a52-8b0b-33eaae7f6d0e" providerId="ADAL" clId="{CCAC185A-F283-40F2-AED4-D22223E02062}" dt="2022-01-11T02:26:40.364" v="411" actId="1076"/>
        <pc:sldMkLst>
          <pc:docMk/>
          <pc:sldMk cId="1194558729" sldId="272"/>
        </pc:sldMkLst>
        <pc:spChg chg="mod">
          <ac:chgData name="Indra Dwi Rianto" userId="56ba3eeb-817e-4a52-8b0b-33eaae7f6d0e" providerId="ADAL" clId="{CCAC185A-F283-40F2-AED4-D22223E02062}" dt="2022-01-10T13:48:25.548" v="259" actId="20577"/>
          <ac:spMkLst>
            <pc:docMk/>
            <pc:sldMk cId="1194558729" sldId="272"/>
            <ac:spMk id="2" creationId="{5DCF12A5-C76F-44E4-9C06-47A32F43DA53}"/>
          </ac:spMkLst>
        </pc:spChg>
        <pc:spChg chg="mod">
          <ac:chgData name="Indra Dwi Rianto" userId="56ba3eeb-817e-4a52-8b0b-33eaae7f6d0e" providerId="ADAL" clId="{CCAC185A-F283-40F2-AED4-D22223E02062}" dt="2022-01-10T13:48:08.015" v="233"/>
          <ac:spMkLst>
            <pc:docMk/>
            <pc:sldMk cId="1194558729" sldId="272"/>
            <ac:spMk id="3" creationId="{F6B094F3-885E-44E3-B29E-77C4255EB7F2}"/>
          </ac:spMkLst>
        </pc:spChg>
        <pc:spChg chg="mod">
          <ac:chgData name="Indra Dwi Rianto" userId="56ba3eeb-817e-4a52-8b0b-33eaae7f6d0e" providerId="ADAL" clId="{CCAC185A-F283-40F2-AED4-D22223E02062}" dt="2022-01-11T02:26:40.364" v="411" actId="1076"/>
          <ac:spMkLst>
            <pc:docMk/>
            <pc:sldMk cId="1194558729" sldId="272"/>
            <ac:spMk id="4" creationId="{74482E06-845F-46DC-9501-F1B083FCDE85}"/>
          </ac:spMkLst>
        </pc:spChg>
      </pc:sldChg>
      <pc:sldChg chg="del">
        <pc:chgData name="Indra Dwi Rianto" userId="56ba3eeb-817e-4a52-8b0b-33eaae7f6d0e" providerId="ADAL" clId="{CCAC185A-F283-40F2-AED4-D22223E02062}" dt="2022-01-10T11:01:45.074" v="60" actId="2696"/>
        <pc:sldMkLst>
          <pc:docMk/>
          <pc:sldMk cId="2392675722" sldId="273"/>
        </pc:sldMkLst>
      </pc:sldChg>
      <pc:sldChg chg="addSp delSp modSp add mod ord">
        <pc:chgData name="Indra Dwi Rianto" userId="56ba3eeb-817e-4a52-8b0b-33eaae7f6d0e" providerId="ADAL" clId="{CCAC185A-F283-40F2-AED4-D22223E02062}" dt="2022-01-11T02:26:53.270" v="413" actId="6549"/>
        <pc:sldMkLst>
          <pc:docMk/>
          <pc:sldMk cId="4131883252" sldId="273"/>
        </pc:sldMkLst>
        <pc:spChg chg="mod">
          <ac:chgData name="Indra Dwi Rianto" userId="56ba3eeb-817e-4a52-8b0b-33eaae7f6d0e" providerId="ADAL" clId="{CCAC185A-F283-40F2-AED4-D22223E02062}" dt="2022-01-10T13:49:32.302" v="261"/>
          <ac:spMkLst>
            <pc:docMk/>
            <pc:sldMk cId="4131883252" sldId="273"/>
            <ac:spMk id="2" creationId="{5DCF12A5-C76F-44E4-9C06-47A32F43DA53}"/>
          </ac:spMkLst>
        </pc:spChg>
        <pc:spChg chg="mod">
          <ac:chgData name="Indra Dwi Rianto" userId="56ba3eeb-817e-4a52-8b0b-33eaae7f6d0e" providerId="ADAL" clId="{CCAC185A-F283-40F2-AED4-D22223E02062}" dt="2022-01-11T02:26:53.270" v="413" actId="6549"/>
          <ac:spMkLst>
            <pc:docMk/>
            <pc:sldMk cId="4131883252" sldId="273"/>
            <ac:spMk id="3" creationId="{F6B094F3-885E-44E3-B29E-77C4255EB7F2}"/>
          </ac:spMkLst>
        </pc:spChg>
        <pc:spChg chg="add del">
          <ac:chgData name="Indra Dwi Rianto" userId="56ba3eeb-817e-4a52-8b0b-33eaae7f6d0e" providerId="ADAL" clId="{CCAC185A-F283-40F2-AED4-D22223E02062}" dt="2022-01-10T13:49:42.671" v="263"/>
          <ac:spMkLst>
            <pc:docMk/>
            <pc:sldMk cId="4131883252" sldId="273"/>
            <ac:spMk id="4" creationId="{5DD44016-B5E0-4A06-933A-F7EF88B7A31E}"/>
          </ac:spMkLst>
        </pc:spChg>
        <pc:spChg chg="mod">
          <ac:chgData name="Indra Dwi Rianto" userId="56ba3eeb-817e-4a52-8b0b-33eaae7f6d0e" providerId="ADAL" clId="{CCAC185A-F283-40F2-AED4-D22223E02062}" dt="2022-01-11T02:26:48.483" v="412" actId="1076"/>
          <ac:spMkLst>
            <pc:docMk/>
            <pc:sldMk cId="4131883252" sldId="273"/>
            <ac:spMk id="5" creationId="{E6576798-516F-42F7-A4BF-9663C5A27BF2}"/>
          </ac:spMkLst>
        </pc:spChg>
      </pc:sldChg>
      <pc:sldChg chg="modSp add mod">
        <pc:chgData name="Indra Dwi Rianto" userId="56ba3eeb-817e-4a52-8b0b-33eaae7f6d0e" providerId="ADAL" clId="{CCAC185A-F283-40F2-AED4-D22223E02062}" dt="2022-01-10T13:52:50.099" v="288" actId="1076"/>
        <pc:sldMkLst>
          <pc:docMk/>
          <pc:sldMk cId="3776148319" sldId="274"/>
        </pc:sldMkLst>
        <pc:spChg chg="mod">
          <ac:chgData name="Indra Dwi Rianto" userId="56ba3eeb-817e-4a52-8b0b-33eaae7f6d0e" providerId="ADAL" clId="{CCAC185A-F283-40F2-AED4-D22223E02062}" dt="2022-01-10T13:52:18.904" v="283"/>
          <ac:spMkLst>
            <pc:docMk/>
            <pc:sldMk cId="3776148319" sldId="274"/>
            <ac:spMk id="2" creationId="{5DCF12A5-C76F-44E4-9C06-47A32F43DA53}"/>
          </ac:spMkLst>
        </pc:spChg>
        <pc:spChg chg="mod">
          <ac:chgData name="Indra Dwi Rianto" userId="56ba3eeb-817e-4a52-8b0b-33eaae7f6d0e" providerId="ADAL" clId="{CCAC185A-F283-40F2-AED4-D22223E02062}" dt="2022-01-10T13:52:26.762" v="284"/>
          <ac:spMkLst>
            <pc:docMk/>
            <pc:sldMk cId="3776148319" sldId="274"/>
            <ac:spMk id="3" creationId="{F6B094F3-885E-44E3-B29E-77C4255EB7F2}"/>
          </ac:spMkLst>
        </pc:spChg>
        <pc:spChg chg="mod">
          <ac:chgData name="Indra Dwi Rianto" userId="56ba3eeb-817e-4a52-8b0b-33eaae7f6d0e" providerId="ADAL" clId="{CCAC185A-F283-40F2-AED4-D22223E02062}" dt="2022-01-10T13:52:50.099" v="288" actId="1076"/>
          <ac:spMkLst>
            <pc:docMk/>
            <pc:sldMk cId="3776148319" sldId="274"/>
            <ac:spMk id="5" creationId="{E6576798-516F-42F7-A4BF-9663C5A27BF2}"/>
          </ac:spMkLst>
        </pc:spChg>
      </pc:sldChg>
      <pc:sldChg chg="addSp delSp modSp add mod">
        <pc:chgData name="Indra Dwi Rianto" userId="56ba3eeb-817e-4a52-8b0b-33eaae7f6d0e" providerId="ADAL" clId="{CCAC185A-F283-40F2-AED4-D22223E02062}" dt="2022-01-10T13:54:19.716" v="297"/>
        <pc:sldMkLst>
          <pc:docMk/>
          <pc:sldMk cId="2004939220" sldId="275"/>
        </pc:sldMkLst>
        <pc:spChg chg="mod">
          <ac:chgData name="Indra Dwi Rianto" userId="56ba3eeb-817e-4a52-8b0b-33eaae7f6d0e" providerId="ADAL" clId="{CCAC185A-F283-40F2-AED4-D22223E02062}" dt="2022-01-10T13:53:29.759" v="290"/>
          <ac:spMkLst>
            <pc:docMk/>
            <pc:sldMk cId="2004939220" sldId="275"/>
            <ac:spMk id="2" creationId="{5DCF12A5-C76F-44E4-9C06-47A32F43DA53}"/>
          </ac:spMkLst>
        </pc:spChg>
        <pc:spChg chg="add del mod">
          <ac:chgData name="Indra Dwi Rianto" userId="56ba3eeb-817e-4a52-8b0b-33eaae7f6d0e" providerId="ADAL" clId="{CCAC185A-F283-40F2-AED4-D22223E02062}" dt="2022-01-10T13:53:49.493" v="295"/>
          <ac:spMkLst>
            <pc:docMk/>
            <pc:sldMk cId="2004939220" sldId="275"/>
            <ac:spMk id="3" creationId="{F6B094F3-885E-44E3-B29E-77C4255EB7F2}"/>
          </ac:spMkLst>
        </pc:spChg>
        <pc:spChg chg="add del mod">
          <ac:chgData name="Indra Dwi Rianto" userId="56ba3eeb-817e-4a52-8b0b-33eaae7f6d0e" providerId="ADAL" clId="{CCAC185A-F283-40F2-AED4-D22223E02062}" dt="2022-01-10T13:53:46.642" v="294"/>
          <ac:spMkLst>
            <pc:docMk/>
            <pc:sldMk cId="2004939220" sldId="275"/>
            <ac:spMk id="4" creationId="{3C106A97-6780-4C35-A594-C20BEDA913FF}"/>
          </ac:spMkLst>
        </pc:spChg>
        <pc:spChg chg="del">
          <ac:chgData name="Indra Dwi Rianto" userId="56ba3eeb-817e-4a52-8b0b-33eaae7f6d0e" providerId="ADAL" clId="{CCAC185A-F283-40F2-AED4-D22223E02062}" dt="2022-01-10T13:53:35.790" v="292" actId="21"/>
          <ac:spMkLst>
            <pc:docMk/>
            <pc:sldMk cId="2004939220" sldId="275"/>
            <ac:spMk id="5" creationId="{E6576798-516F-42F7-A4BF-9663C5A27BF2}"/>
          </ac:spMkLst>
        </pc:spChg>
        <pc:spChg chg="add mod">
          <ac:chgData name="Indra Dwi Rianto" userId="56ba3eeb-817e-4a52-8b0b-33eaae7f6d0e" providerId="ADAL" clId="{CCAC185A-F283-40F2-AED4-D22223E02062}" dt="2022-01-10T13:54:19.716" v="297"/>
          <ac:spMkLst>
            <pc:docMk/>
            <pc:sldMk cId="2004939220" sldId="275"/>
            <ac:spMk id="6" creationId="{4E9DCA5F-B812-4A26-A49D-0D1F53532F83}"/>
          </ac:spMkLst>
        </pc:spChg>
      </pc:sldChg>
      <pc:sldChg chg="addSp modSp add">
        <pc:chgData name="Indra Dwi Rianto" userId="56ba3eeb-817e-4a52-8b0b-33eaae7f6d0e" providerId="ADAL" clId="{CCAC185A-F283-40F2-AED4-D22223E02062}" dt="2022-01-11T05:01:08.458" v="703"/>
        <pc:sldMkLst>
          <pc:docMk/>
          <pc:sldMk cId="4140690694" sldId="276"/>
        </pc:sldMkLst>
        <pc:spChg chg="add mod">
          <ac:chgData name="Indra Dwi Rianto" userId="56ba3eeb-817e-4a52-8b0b-33eaae7f6d0e" providerId="ADAL" clId="{CCAC185A-F283-40F2-AED4-D22223E02062}" dt="2022-01-11T05:01:08.458" v="703"/>
          <ac:spMkLst>
            <pc:docMk/>
            <pc:sldMk cId="4140690694" sldId="276"/>
            <ac:spMk id="4" creationId="{97A848E3-A357-40AF-9A37-52330B35387F}"/>
          </ac:spMkLst>
        </pc:spChg>
      </pc:sldChg>
      <pc:sldChg chg="addSp delSp modSp add mod">
        <pc:chgData name="Indra Dwi Rianto" userId="56ba3eeb-817e-4a52-8b0b-33eaae7f6d0e" providerId="ADAL" clId="{CCAC185A-F283-40F2-AED4-D22223E02062}" dt="2022-01-11T02:24:54.225" v="384" actId="6549"/>
        <pc:sldMkLst>
          <pc:docMk/>
          <pc:sldMk cId="3321450592" sldId="277"/>
        </pc:sldMkLst>
        <pc:spChg chg="mod">
          <ac:chgData name="Indra Dwi Rianto" userId="56ba3eeb-817e-4a52-8b0b-33eaae7f6d0e" providerId="ADAL" clId="{CCAC185A-F283-40F2-AED4-D22223E02062}" dt="2022-01-10T14:19:44.259" v="330"/>
          <ac:spMkLst>
            <pc:docMk/>
            <pc:sldMk cId="3321450592" sldId="277"/>
            <ac:spMk id="2" creationId="{5DCF12A5-C76F-44E4-9C06-47A32F43DA53}"/>
          </ac:spMkLst>
        </pc:spChg>
        <pc:spChg chg="add del mod">
          <ac:chgData name="Indra Dwi Rianto" userId="56ba3eeb-817e-4a52-8b0b-33eaae7f6d0e" providerId="ADAL" clId="{CCAC185A-F283-40F2-AED4-D22223E02062}" dt="2022-01-11T02:24:54.225" v="384" actId="6549"/>
          <ac:spMkLst>
            <pc:docMk/>
            <pc:sldMk cId="3321450592" sldId="277"/>
            <ac:spMk id="3" creationId="{F6B094F3-885E-44E3-B29E-77C4255EB7F2}"/>
          </ac:spMkLst>
        </pc:spChg>
        <pc:spChg chg="mod">
          <ac:chgData name="Indra Dwi Rianto" userId="56ba3eeb-817e-4a52-8b0b-33eaae7f6d0e" providerId="ADAL" clId="{CCAC185A-F283-40F2-AED4-D22223E02062}" dt="2022-01-10T14:20:17.490" v="331"/>
          <ac:spMkLst>
            <pc:docMk/>
            <pc:sldMk cId="3321450592" sldId="277"/>
            <ac:spMk id="4" creationId="{74482E06-845F-46DC-9501-F1B083FCDE85}"/>
          </ac:spMkLst>
        </pc:spChg>
        <pc:spChg chg="add del mod">
          <ac:chgData name="Indra Dwi Rianto" userId="56ba3eeb-817e-4a52-8b0b-33eaae7f6d0e" providerId="ADAL" clId="{CCAC185A-F283-40F2-AED4-D22223E02062}" dt="2022-01-10T14:19:30.768" v="327"/>
          <ac:spMkLst>
            <pc:docMk/>
            <pc:sldMk cId="3321450592" sldId="277"/>
            <ac:spMk id="5" creationId="{1F1FDA6B-AFC8-4D91-A189-868DB9E06BB1}"/>
          </ac:spMkLst>
        </pc:spChg>
      </pc:sldChg>
      <pc:sldChg chg="addSp modSp add mod">
        <pc:chgData name="Indra Dwi Rianto" userId="56ba3eeb-817e-4a52-8b0b-33eaae7f6d0e" providerId="ADAL" clId="{CCAC185A-F283-40F2-AED4-D22223E02062}" dt="2022-01-11T02:28:13.276" v="423" actId="1076"/>
        <pc:sldMkLst>
          <pc:docMk/>
          <pc:sldMk cId="2125020340" sldId="278"/>
        </pc:sldMkLst>
        <pc:spChg chg="mod">
          <ac:chgData name="Indra Dwi Rianto" userId="56ba3eeb-817e-4a52-8b0b-33eaae7f6d0e" providerId="ADAL" clId="{CCAC185A-F283-40F2-AED4-D22223E02062}" dt="2022-01-10T14:17:59.565" v="321"/>
          <ac:spMkLst>
            <pc:docMk/>
            <pc:sldMk cId="2125020340" sldId="278"/>
            <ac:spMk id="2" creationId="{950878CE-63AB-49CE-802A-5A4D50152E12}"/>
          </ac:spMkLst>
        </pc:spChg>
        <pc:spChg chg="mod">
          <ac:chgData name="Indra Dwi Rianto" userId="56ba3eeb-817e-4a52-8b0b-33eaae7f6d0e" providerId="ADAL" clId="{CCAC185A-F283-40F2-AED4-D22223E02062}" dt="2022-01-11T02:24:42.135" v="381" actId="1076"/>
          <ac:spMkLst>
            <pc:docMk/>
            <pc:sldMk cId="2125020340" sldId="278"/>
            <ac:spMk id="4" creationId="{B134714B-27B9-49CC-B624-9A6718D8CD2D}"/>
          </ac:spMkLst>
        </pc:spChg>
        <pc:spChg chg="mod">
          <ac:chgData name="Indra Dwi Rianto" userId="56ba3eeb-817e-4a52-8b0b-33eaae7f6d0e" providerId="ADAL" clId="{CCAC185A-F283-40F2-AED4-D22223E02062}" dt="2022-01-11T02:28:12.080" v="422" actId="1076"/>
          <ac:spMkLst>
            <pc:docMk/>
            <pc:sldMk cId="2125020340" sldId="278"/>
            <ac:spMk id="5" creationId="{16901F06-DB6C-4E1C-890B-9B86FB5500C8}"/>
          </ac:spMkLst>
        </pc:spChg>
        <pc:picChg chg="add mod">
          <ac:chgData name="Indra Dwi Rianto" userId="56ba3eeb-817e-4a52-8b0b-33eaae7f6d0e" providerId="ADAL" clId="{CCAC185A-F283-40F2-AED4-D22223E02062}" dt="2022-01-11T02:28:13.276" v="423" actId="1076"/>
          <ac:picMkLst>
            <pc:docMk/>
            <pc:sldMk cId="2125020340" sldId="278"/>
            <ac:picMk id="6" creationId="{B2144AC3-1C80-440E-A47D-6C138AEC8AD5}"/>
          </ac:picMkLst>
        </pc:picChg>
      </pc:sldChg>
      <pc:sldChg chg="modSp add mod">
        <pc:chgData name="Indra Dwi Rianto" userId="56ba3eeb-817e-4a52-8b0b-33eaae7f6d0e" providerId="ADAL" clId="{CCAC185A-F283-40F2-AED4-D22223E02062}" dt="2022-01-11T02:25:57.689" v="410" actId="6549"/>
        <pc:sldMkLst>
          <pc:docMk/>
          <pc:sldMk cId="13938730" sldId="279"/>
        </pc:sldMkLst>
        <pc:spChg chg="mod">
          <ac:chgData name="Indra Dwi Rianto" userId="56ba3eeb-817e-4a52-8b0b-33eaae7f6d0e" providerId="ADAL" clId="{CCAC185A-F283-40F2-AED4-D22223E02062}" dt="2022-01-10T14:20:28.798" v="333"/>
          <ac:spMkLst>
            <pc:docMk/>
            <pc:sldMk cId="13938730" sldId="279"/>
            <ac:spMk id="2" creationId="{5DCF12A5-C76F-44E4-9C06-47A32F43DA53}"/>
          </ac:spMkLst>
        </pc:spChg>
        <pc:spChg chg="mod">
          <ac:chgData name="Indra Dwi Rianto" userId="56ba3eeb-817e-4a52-8b0b-33eaae7f6d0e" providerId="ADAL" clId="{CCAC185A-F283-40F2-AED4-D22223E02062}" dt="2022-01-11T02:25:57.689" v="410" actId="6549"/>
          <ac:spMkLst>
            <pc:docMk/>
            <pc:sldMk cId="13938730" sldId="279"/>
            <ac:spMk id="3" creationId="{F6B094F3-885E-44E3-B29E-77C4255EB7F2}"/>
          </ac:spMkLst>
        </pc:spChg>
        <pc:spChg chg="mod">
          <ac:chgData name="Indra Dwi Rianto" userId="56ba3eeb-817e-4a52-8b0b-33eaae7f6d0e" providerId="ADAL" clId="{CCAC185A-F283-40F2-AED4-D22223E02062}" dt="2022-01-10T14:21:19.148" v="336"/>
          <ac:spMkLst>
            <pc:docMk/>
            <pc:sldMk cId="13938730" sldId="279"/>
            <ac:spMk id="4" creationId="{74482E06-845F-46DC-9501-F1B083FCDE85}"/>
          </ac:spMkLst>
        </pc:spChg>
      </pc:sldChg>
      <pc:sldChg chg="addSp delSp modSp new mod setBg">
        <pc:chgData name="Indra Dwi Rianto" userId="56ba3eeb-817e-4a52-8b0b-33eaae7f6d0e" providerId="ADAL" clId="{CCAC185A-F283-40F2-AED4-D22223E02062}" dt="2022-01-11T06:24:01.985" v="783" actId="20577"/>
        <pc:sldMkLst>
          <pc:docMk/>
          <pc:sldMk cId="2720234733" sldId="280"/>
        </pc:sldMkLst>
        <pc:spChg chg="mod">
          <ac:chgData name="Indra Dwi Rianto" userId="56ba3eeb-817e-4a52-8b0b-33eaae7f6d0e" providerId="ADAL" clId="{CCAC185A-F283-40F2-AED4-D22223E02062}" dt="2022-01-11T06:24:01.985" v="783" actId="20577"/>
          <ac:spMkLst>
            <pc:docMk/>
            <pc:sldMk cId="2720234733" sldId="280"/>
            <ac:spMk id="2" creationId="{AB744412-83E7-4174-AD8C-321EC037565B}"/>
          </ac:spMkLst>
        </pc:spChg>
        <pc:spChg chg="del mod ord">
          <ac:chgData name="Indra Dwi Rianto" userId="56ba3eeb-817e-4a52-8b0b-33eaae7f6d0e" providerId="ADAL" clId="{CCAC185A-F283-40F2-AED4-D22223E02062}" dt="2022-01-10T14:31:24.392" v="358"/>
          <ac:spMkLst>
            <pc:docMk/>
            <pc:sldMk cId="2720234733" sldId="280"/>
            <ac:spMk id="3" creationId="{D3D7EA4C-B5CC-45BF-BCEF-7A1960D90F0F}"/>
          </ac:spMkLst>
        </pc:spChg>
        <pc:picChg chg="add mod">
          <ac:chgData name="Indra Dwi Rianto" userId="56ba3eeb-817e-4a52-8b0b-33eaae7f6d0e" providerId="ADAL" clId="{CCAC185A-F283-40F2-AED4-D22223E02062}" dt="2022-01-10T14:31:42.852" v="366" actId="1076"/>
          <ac:picMkLst>
            <pc:docMk/>
            <pc:sldMk cId="2720234733" sldId="280"/>
            <ac:picMk id="8194" creationId="{1345579E-4B36-4055-8491-D7E4F0CD6AE9}"/>
          </ac:picMkLst>
        </pc:picChg>
        <pc:picChg chg="add mod">
          <ac:chgData name="Indra Dwi Rianto" userId="56ba3eeb-817e-4a52-8b0b-33eaae7f6d0e" providerId="ADAL" clId="{CCAC185A-F283-40F2-AED4-D22223E02062}" dt="2022-01-10T14:31:45.099" v="367" actId="1076"/>
          <ac:picMkLst>
            <pc:docMk/>
            <pc:sldMk cId="2720234733" sldId="280"/>
            <ac:picMk id="8196" creationId="{C094021A-0AB2-456A-8BA5-5201AACC7844}"/>
          </ac:picMkLst>
        </pc:picChg>
      </pc:sldChg>
      <pc:sldChg chg="addSp modSp new mod">
        <pc:chgData name="Indra Dwi Rianto" userId="56ba3eeb-817e-4a52-8b0b-33eaae7f6d0e" providerId="ADAL" clId="{CCAC185A-F283-40F2-AED4-D22223E02062}" dt="2022-01-11T05:04:27.351" v="723"/>
        <pc:sldMkLst>
          <pc:docMk/>
          <pc:sldMk cId="461777736" sldId="281"/>
        </pc:sldMkLst>
        <pc:spChg chg="mod">
          <ac:chgData name="Indra Dwi Rianto" userId="56ba3eeb-817e-4a52-8b0b-33eaae7f6d0e" providerId="ADAL" clId="{CCAC185A-F283-40F2-AED4-D22223E02062}" dt="2022-01-11T02:52:57.314" v="457" actId="20577"/>
          <ac:spMkLst>
            <pc:docMk/>
            <pc:sldMk cId="461777736" sldId="281"/>
            <ac:spMk id="2" creationId="{A9934507-30D3-48DF-A97F-6B5DAC87C889}"/>
          </ac:spMkLst>
        </pc:spChg>
        <pc:spChg chg="mod">
          <ac:chgData name="Indra Dwi Rianto" userId="56ba3eeb-817e-4a52-8b0b-33eaae7f6d0e" providerId="ADAL" clId="{CCAC185A-F283-40F2-AED4-D22223E02062}" dt="2022-01-11T02:52:35.353" v="433" actId="27636"/>
          <ac:spMkLst>
            <pc:docMk/>
            <pc:sldMk cId="461777736" sldId="281"/>
            <ac:spMk id="3" creationId="{19989938-7A0D-4311-9C3A-09ADB0521CDD}"/>
          </ac:spMkLst>
        </pc:spChg>
        <pc:spChg chg="add mod">
          <ac:chgData name="Indra Dwi Rianto" userId="56ba3eeb-817e-4a52-8b0b-33eaae7f6d0e" providerId="ADAL" clId="{CCAC185A-F283-40F2-AED4-D22223E02062}" dt="2022-01-11T05:04:10.730" v="713" actId="20577"/>
          <ac:spMkLst>
            <pc:docMk/>
            <pc:sldMk cId="461777736" sldId="281"/>
            <ac:spMk id="4" creationId="{801CDB9F-4501-4278-B033-DF3F24576382}"/>
          </ac:spMkLst>
        </pc:spChg>
        <pc:spChg chg="add mod">
          <ac:chgData name="Indra Dwi Rianto" userId="56ba3eeb-817e-4a52-8b0b-33eaae7f6d0e" providerId="ADAL" clId="{CCAC185A-F283-40F2-AED4-D22223E02062}" dt="2022-01-11T05:04:27.351" v="723"/>
          <ac:spMkLst>
            <pc:docMk/>
            <pc:sldMk cId="461777736" sldId="281"/>
            <ac:spMk id="5" creationId="{C2B7844F-B50D-4128-B9A1-D6A08BE9F8CB}"/>
          </ac:spMkLst>
        </pc:spChg>
      </pc:sldChg>
      <pc:sldChg chg="addSp modSp new del mod">
        <pc:chgData name="Indra Dwi Rianto" userId="56ba3eeb-817e-4a52-8b0b-33eaae7f6d0e" providerId="ADAL" clId="{CCAC185A-F283-40F2-AED4-D22223E02062}" dt="2022-01-11T06:30:40.744" v="794" actId="47"/>
        <pc:sldMkLst>
          <pc:docMk/>
          <pc:sldMk cId="3788803702" sldId="282"/>
        </pc:sldMkLst>
        <pc:spChg chg="mod">
          <ac:chgData name="Indra Dwi Rianto" userId="56ba3eeb-817e-4a52-8b0b-33eaae7f6d0e" providerId="ADAL" clId="{CCAC185A-F283-40F2-AED4-D22223E02062}" dt="2022-01-11T03:04:22.039" v="482" actId="313"/>
          <ac:spMkLst>
            <pc:docMk/>
            <pc:sldMk cId="3788803702" sldId="282"/>
            <ac:spMk id="2" creationId="{74879683-A3A3-4066-A71C-5A0306173C85}"/>
          </ac:spMkLst>
        </pc:spChg>
        <pc:spChg chg="mod">
          <ac:chgData name="Indra Dwi Rianto" userId="56ba3eeb-817e-4a52-8b0b-33eaae7f6d0e" providerId="ADAL" clId="{CCAC185A-F283-40F2-AED4-D22223E02062}" dt="2022-01-11T05:05:27.823" v="743" actId="20577"/>
          <ac:spMkLst>
            <pc:docMk/>
            <pc:sldMk cId="3788803702" sldId="282"/>
            <ac:spMk id="3" creationId="{97E77DC8-1975-40CF-9ECC-681FC64F6C6C}"/>
          </ac:spMkLst>
        </pc:spChg>
        <pc:spChg chg="add mod">
          <ac:chgData name="Indra Dwi Rianto" userId="56ba3eeb-817e-4a52-8b0b-33eaae7f6d0e" providerId="ADAL" clId="{CCAC185A-F283-40F2-AED4-D22223E02062}" dt="2022-01-11T03:04:42.495" v="485"/>
          <ac:spMkLst>
            <pc:docMk/>
            <pc:sldMk cId="3788803702" sldId="282"/>
            <ac:spMk id="4" creationId="{19E71975-0592-4373-A895-70F2E346184B}"/>
          </ac:spMkLst>
        </pc:spChg>
        <pc:picChg chg="add mod">
          <ac:chgData name="Indra Dwi Rianto" userId="56ba3eeb-817e-4a52-8b0b-33eaae7f6d0e" providerId="ADAL" clId="{CCAC185A-F283-40F2-AED4-D22223E02062}" dt="2022-01-11T05:07:53.887" v="750" actId="1076"/>
          <ac:picMkLst>
            <pc:docMk/>
            <pc:sldMk cId="3788803702" sldId="282"/>
            <ac:picMk id="6" creationId="{2788E72E-54AE-4373-8BAD-DB81252AE87D}"/>
          </ac:picMkLst>
        </pc:picChg>
        <pc:picChg chg="add mod">
          <ac:chgData name="Indra Dwi Rianto" userId="56ba3eeb-817e-4a52-8b0b-33eaae7f6d0e" providerId="ADAL" clId="{CCAC185A-F283-40F2-AED4-D22223E02062}" dt="2022-01-11T05:07:55.134" v="751" actId="1076"/>
          <ac:picMkLst>
            <pc:docMk/>
            <pc:sldMk cId="3788803702" sldId="282"/>
            <ac:picMk id="8" creationId="{961BF45A-37D6-4E67-8E9F-4F2E67322E05}"/>
          </ac:picMkLst>
        </pc:picChg>
      </pc:sldChg>
      <pc:sldChg chg="addSp delSp modSp add mod">
        <pc:chgData name="Indra Dwi Rianto" userId="56ba3eeb-817e-4a52-8b0b-33eaae7f6d0e" providerId="ADAL" clId="{CCAC185A-F283-40F2-AED4-D22223E02062}" dt="2022-01-11T07:24:51.008" v="914" actId="20577"/>
        <pc:sldMkLst>
          <pc:docMk/>
          <pc:sldMk cId="1108169890" sldId="283"/>
        </pc:sldMkLst>
        <pc:spChg chg="mod">
          <ac:chgData name="Indra Dwi Rianto" userId="56ba3eeb-817e-4a52-8b0b-33eaae7f6d0e" providerId="ADAL" clId="{CCAC185A-F283-40F2-AED4-D22223E02062}" dt="2022-01-11T07:24:51.008" v="914" actId="20577"/>
          <ac:spMkLst>
            <pc:docMk/>
            <pc:sldMk cId="1108169890" sldId="283"/>
            <ac:spMk id="2" creationId="{74879683-A3A3-4066-A71C-5A0306173C85}"/>
          </ac:spMkLst>
        </pc:spChg>
        <pc:spChg chg="mod">
          <ac:chgData name="Indra Dwi Rianto" userId="56ba3eeb-817e-4a52-8b0b-33eaae7f6d0e" providerId="ADAL" clId="{CCAC185A-F283-40F2-AED4-D22223E02062}" dt="2022-01-11T06:39:49.734" v="913" actId="20577"/>
          <ac:spMkLst>
            <pc:docMk/>
            <pc:sldMk cId="1108169890" sldId="283"/>
            <ac:spMk id="3" creationId="{97E77DC8-1975-40CF-9ECC-681FC64F6C6C}"/>
          </ac:spMkLst>
        </pc:spChg>
        <pc:picChg chg="del">
          <ac:chgData name="Indra Dwi Rianto" userId="56ba3eeb-817e-4a52-8b0b-33eaae7f6d0e" providerId="ADAL" clId="{CCAC185A-F283-40F2-AED4-D22223E02062}" dt="2022-01-11T06:37:40.699" v="823" actId="21"/>
          <ac:picMkLst>
            <pc:docMk/>
            <pc:sldMk cId="1108169890" sldId="283"/>
            <ac:picMk id="6" creationId="{2788E72E-54AE-4373-8BAD-DB81252AE87D}"/>
          </ac:picMkLst>
        </pc:picChg>
        <pc:picChg chg="add mod">
          <ac:chgData name="Indra Dwi Rianto" userId="56ba3eeb-817e-4a52-8b0b-33eaae7f6d0e" providerId="ADAL" clId="{CCAC185A-F283-40F2-AED4-D22223E02062}" dt="2022-01-11T06:38:27.147" v="825" actId="1076"/>
          <ac:picMkLst>
            <pc:docMk/>
            <pc:sldMk cId="1108169890" sldId="283"/>
            <ac:picMk id="7" creationId="{78F91D1D-1FA0-4266-9C5D-935B20E023E3}"/>
          </ac:picMkLst>
        </pc:picChg>
        <pc:picChg chg="del">
          <ac:chgData name="Indra Dwi Rianto" userId="56ba3eeb-817e-4a52-8b0b-33eaae7f6d0e" providerId="ADAL" clId="{CCAC185A-F283-40F2-AED4-D22223E02062}" dt="2022-01-11T06:37:40.699" v="823" actId="21"/>
          <ac:picMkLst>
            <pc:docMk/>
            <pc:sldMk cId="1108169890" sldId="283"/>
            <ac:picMk id="8" creationId="{961BF45A-37D6-4E67-8E9F-4F2E67322E05}"/>
          </ac:picMkLst>
        </pc:picChg>
        <pc:picChg chg="add mod">
          <ac:chgData name="Indra Dwi Rianto" userId="56ba3eeb-817e-4a52-8b0b-33eaae7f6d0e" providerId="ADAL" clId="{CCAC185A-F283-40F2-AED4-D22223E02062}" dt="2022-01-11T06:38:58.725" v="834" actId="14100"/>
          <ac:picMkLst>
            <pc:docMk/>
            <pc:sldMk cId="1108169890" sldId="283"/>
            <ac:picMk id="10" creationId="{0160712B-70E2-4BC5-A1BB-4BAA4B376076}"/>
          </ac:picMkLst>
        </pc:picChg>
      </pc:sldChg>
      <pc:sldChg chg="add">
        <pc:chgData name="Indra Dwi Rianto" userId="56ba3eeb-817e-4a52-8b0b-33eaae7f6d0e" providerId="ADAL" clId="{CCAC185A-F283-40F2-AED4-D22223E02062}" dt="2022-01-11T06:30:42.684" v="795"/>
        <pc:sldMkLst>
          <pc:docMk/>
          <pc:sldMk cId="3440368203" sldId="284"/>
        </pc:sldMkLst>
      </pc:sldChg>
      <pc:sldMasterChg chg="delSp mod">
        <pc:chgData name="Indra Dwi Rianto" userId="56ba3eeb-817e-4a52-8b0b-33eaae7f6d0e" providerId="ADAL" clId="{CCAC185A-F283-40F2-AED4-D22223E02062}" dt="2022-01-10T10:53:41.377" v="3" actId="21"/>
        <pc:sldMasterMkLst>
          <pc:docMk/>
          <pc:sldMasterMk cId="2143758340" sldId="2147484021"/>
        </pc:sldMasterMkLst>
        <pc:picChg chg="del">
          <ac:chgData name="Indra Dwi Rianto" userId="56ba3eeb-817e-4a52-8b0b-33eaae7f6d0e" providerId="ADAL" clId="{CCAC185A-F283-40F2-AED4-D22223E02062}" dt="2022-01-10T10:53:39.960" v="2" actId="21"/>
          <ac:picMkLst>
            <pc:docMk/>
            <pc:sldMasterMk cId="2143758340" sldId="2147484021"/>
            <ac:picMk id="11" creationId="{8DAB6C7D-5731-4E65-940E-CB3FBC0CAECB}"/>
          </ac:picMkLst>
        </pc:picChg>
        <pc:picChg chg="del">
          <ac:chgData name="Indra Dwi Rianto" userId="56ba3eeb-817e-4a52-8b0b-33eaae7f6d0e" providerId="ADAL" clId="{CCAC185A-F283-40F2-AED4-D22223E02062}" dt="2022-01-10T10:53:41.377" v="3" actId="21"/>
          <ac:picMkLst>
            <pc:docMk/>
            <pc:sldMasterMk cId="2143758340" sldId="2147484021"/>
            <ac:picMk id="12" creationId="{D85BF54C-5F62-4DD8-B9BB-52DAC8D053A0}"/>
          </ac:picMkLst>
        </pc:picChg>
      </pc:sldMasterChg>
    </pc:docChg>
  </pc:docChgLst>
  <pc:docChgLst>
    <pc:chgData name="Indra Dwi Rianto" userId="56ba3eeb-817e-4a52-8b0b-33eaae7f6d0e" providerId="ADAL" clId="{D869E9BB-B8D0-4089-BF88-FE203DA0B11B}"/>
    <pc:docChg chg="undo custSel addSld delSld modSld sldOrd modMainMaster">
      <pc:chgData name="Indra Dwi Rianto" userId="56ba3eeb-817e-4a52-8b0b-33eaae7f6d0e" providerId="ADAL" clId="{D869E9BB-B8D0-4089-BF88-FE203DA0B11B}" dt="2021-11-16T02:01:27.228" v="4165" actId="478"/>
      <pc:docMkLst>
        <pc:docMk/>
      </pc:docMkLst>
      <pc:sldChg chg="addSp delSp modSp mod">
        <pc:chgData name="Indra Dwi Rianto" userId="56ba3eeb-817e-4a52-8b0b-33eaae7f6d0e" providerId="ADAL" clId="{D869E9BB-B8D0-4089-BF88-FE203DA0B11B}" dt="2021-11-16T02:01:27.228" v="4165" actId="478"/>
        <pc:sldMkLst>
          <pc:docMk/>
          <pc:sldMk cId="1501567721" sldId="256"/>
        </pc:sldMkLst>
        <pc:spChg chg="mod">
          <ac:chgData name="Indra Dwi Rianto" userId="56ba3eeb-817e-4a52-8b0b-33eaae7f6d0e" providerId="ADAL" clId="{D869E9BB-B8D0-4089-BF88-FE203DA0B11B}" dt="2021-11-11T10:10:37.323" v="3928" actId="20577"/>
          <ac:spMkLst>
            <pc:docMk/>
            <pc:sldMk cId="1501567721" sldId="256"/>
            <ac:spMk id="2" creationId="{AFB4F5AE-DAE1-4A4A-8772-8C604F1B65E6}"/>
          </ac:spMkLst>
        </pc:spChg>
        <pc:spChg chg="mod">
          <ac:chgData name="Indra Dwi Rianto" userId="56ba3eeb-817e-4a52-8b0b-33eaae7f6d0e" providerId="ADAL" clId="{D869E9BB-B8D0-4089-BF88-FE203DA0B11B}" dt="2021-11-16T02:01:24.561" v="4164" actId="14100"/>
          <ac:spMkLst>
            <pc:docMk/>
            <pc:sldMk cId="1501567721" sldId="256"/>
            <ac:spMk id="3" creationId="{66A2FFCF-1469-47FC-8159-A92A3FE0A1FD}"/>
          </ac:spMkLst>
        </pc:spChg>
        <pc:picChg chg="add del">
          <ac:chgData name="Indra Dwi Rianto" userId="56ba3eeb-817e-4a52-8b0b-33eaae7f6d0e" providerId="ADAL" clId="{D869E9BB-B8D0-4089-BF88-FE203DA0B11B}" dt="2021-11-16T02:01:27.228" v="4165" actId="478"/>
          <ac:picMkLst>
            <pc:docMk/>
            <pc:sldMk cId="1501567721" sldId="256"/>
            <ac:picMk id="5" creationId="{9FA3F9AA-D1D3-4935-82C0-C708D9D87A9A}"/>
          </ac:picMkLst>
        </pc:picChg>
      </pc:sldChg>
      <pc:sldChg chg="modSp new mod modNotesTx">
        <pc:chgData name="Indra Dwi Rianto" userId="56ba3eeb-817e-4a52-8b0b-33eaae7f6d0e" providerId="ADAL" clId="{D869E9BB-B8D0-4089-BF88-FE203DA0B11B}" dt="2021-11-12T09:42:25.751" v="4071" actId="20577"/>
        <pc:sldMkLst>
          <pc:docMk/>
          <pc:sldMk cId="2940124282" sldId="257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2940124282" sldId="257"/>
            <ac:spMk id="2" creationId="{B28B18E6-38E9-4616-95C3-EAA7140592AF}"/>
          </ac:spMkLst>
        </pc:spChg>
        <pc:spChg chg="mod">
          <ac:chgData name="Indra Dwi Rianto" userId="56ba3eeb-817e-4a52-8b0b-33eaae7f6d0e" providerId="ADAL" clId="{D869E9BB-B8D0-4089-BF88-FE203DA0B11B}" dt="2021-11-12T09:42:25.751" v="4071" actId="20577"/>
          <ac:spMkLst>
            <pc:docMk/>
            <pc:sldMk cId="2940124282" sldId="257"/>
            <ac:spMk id="3" creationId="{B5E6ACF6-7CA9-4FB3-BFFB-2D73E3AD967B}"/>
          </ac:spMkLst>
        </pc:spChg>
      </pc:sldChg>
      <pc:sldChg chg="addSp delSp modSp new mod modAnim modNotesTx">
        <pc:chgData name="Indra Dwi Rianto" userId="56ba3eeb-817e-4a52-8b0b-33eaae7f6d0e" providerId="ADAL" clId="{D869E9BB-B8D0-4089-BF88-FE203DA0B11B}" dt="2021-11-11T10:09:14.699" v="3905"/>
        <pc:sldMkLst>
          <pc:docMk/>
          <pc:sldMk cId="4263959193" sldId="258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4263959193" sldId="258"/>
            <ac:spMk id="2" creationId="{92B9DF1A-472B-4B99-888D-35E4EE10D33A}"/>
          </ac:spMkLst>
        </pc:spChg>
        <pc:spChg chg="del mod">
          <ac:chgData name="Indra Dwi Rianto" userId="56ba3eeb-817e-4a52-8b0b-33eaae7f6d0e" providerId="ADAL" clId="{D869E9BB-B8D0-4089-BF88-FE203DA0B11B}" dt="2021-11-10T03:18:16.713" v="252"/>
          <ac:spMkLst>
            <pc:docMk/>
            <pc:sldMk cId="4263959193" sldId="258"/>
            <ac:spMk id="3" creationId="{C28AFF26-CC5D-44AF-9DEB-40A4601643A1}"/>
          </ac:spMkLst>
        </pc:spChg>
        <pc:picChg chg="add mod">
          <ac:chgData name="Indra Dwi Rianto" userId="56ba3eeb-817e-4a52-8b0b-33eaae7f6d0e" providerId="ADAL" clId="{D869E9BB-B8D0-4089-BF88-FE203DA0B11B}" dt="2021-11-10T04:27:26.630" v="523"/>
          <ac:picMkLst>
            <pc:docMk/>
            <pc:sldMk cId="4263959193" sldId="258"/>
            <ac:picMk id="3" creationId="{0A066758-6A0D-4EEF-804F-C2EE567A3106}"/>
          </ac:picMkLst>
        </pc:picChg>
        <pc:picChg chg="add mod">
          <ac:chgData name="Indra Dwi Rianto" userId="56ba3eeb-817e-4a52-8b0b-33eaae7f6d0e" providerId="ADAL" clId="{D869E9BB-B8D0-4089-BF88-FE203DA0B11B}" dt="2021-11-11T10:09:14.699" v="3905"/>
          <ac:picMkLst>
            <pc:docMk/>
            <pc:sldMk cId="4263959193" sldId="258"/>
            <ac:picMk id="4" creationId="{9FC21419-6117-435F-BF0C-B07FD7D3758E}"/>
          </ac:picMkLst>
        </pc:picChg>
      </pc:sldChg>
      <pc:sldChg chg="addSp modSp add mod ord modNotesTx">
        <pc:chgData name="Indra Dwi Rianto" userId="56ba3eeb-817e-4a52-8b0b-33eaae7f6d0e" providerId="ADAL" clId="{D869E9BB-B8D0-4089-BF88-FE203DA0B11B}" dt="2021-11-11T10:20:00.452" v="3979" actId="1440"/>
        <pc:sldMkLst>
          <pc:docMk/>
          <pc:sldMk cId="820308891" sldId="259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820308891" sldId="259"/>
            <ac:spMk id="2" creationId="{8174F35D-6195-4D88-9CA5-60B021B30DC4}"/>
          </ac:spMkLst>
        </pc:spChg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820308891" sldId="259"/>
            <ac:spMk id="3" creationId="{DD30BD34-4D14-4ED7-8C28-88D33049DB2E}"/>
          </ac:spMkLst>
        </pc:spChg>
        <pc:spChg chg="mod">
          <ac:chgData name="Indra Dwi Rianto" userId="56ba3eeb-817e-4a52-8b0b-33eaae7f6d0e" providerId="ADAL" clId="{D869E9BB-B8D0-4089-BF88-FE203DA0B11B}" dt="2021-11-11T10:19:38.336" v="3977" actId="164"/>
          <ac:spMkLst>
            <pc:docMk/>
            <pc:sldMk cId="820308891" sldId="259"/>
            <ac:spMk id="6" creationId="{0B4286A3-E653-47ED-AEB8-7C1A038801FE}"/>
          </ac:spMkLst>
        </pc:spChg>
        <pc:spChg chg="mod">
          <ac:chgData name="Indra Dwi Rianto" userId="56ba3eeb-817e-4a52-8b0b-33eaae7f6d0e" providerId="ADAL" clId="{D869E9BB-B8D0-4089-BF88-FE203DA0B11B}" dt="2021-11-11T10:19:38.336" v="3977" actId="164"/>
          <ac:spMkLst>
            <pc:docMk/>
            <pc:sldMk cId="820308891" sldId="259"/>
            <ac:spMk id="7" creationId="{EB3DAEF0-F493-4972-812C-68F22F4A887F}"/>
          </ac:spMkLst>
        </pc:spChg>
        <pc:spChg chg="add mod">
          <ac:chgData name="Indra Dwi Rianto" userId="56ba3eeb-817e-4a52-8b0b-33eaae7f6d0e" providerId="ADAL" clId="{D869E9BB-B8D0-4089-BF88-FE203DA0B11B}" dt="2021-11-11T10:19:38.336" v="3977" actId="164"/>
          <ac:spMkLst>
            <pc:docMk/>
            <pc:sldMk cId="820308891" sldId="259"/>
            <ac:spMk id="8" creationId="{CC5D9576-DC8F-48E4-911F-284D3954A9A2}"/>
          </ac:spMkLst>
        </pc:spChg>
        <pc:spChg chg="add mod">
          <ac:chgData name="Indra Dwi Rianto" userId="56ba3eeb-817e-4a52-8b0b-33eaae7f6d0e" providerId="ADAL" clId="{D869E9BB-B8D0-4089-BF88-FE203DA0B11B}" dt="2021-11-11T10:19:38.336" v="3977" actId="164"/>
          <ac:spMkLst>
            <pc:docMk/>
            <pc:sldMk cId="820308891" sldId="259"/>
            <ac:spMk id="9" creationId="{ACF30964-337B-489E-A526-70BE56BE0A39}"/>
          </ac:spMkLst>
        </pc:spChg>
        <pc:grpChg chg="add mod">
          <ac:chgData name="Indra Dwi Rianto" userId="56ba3eeb-817e-4a52-8b0b-33eaae7f6d0e" providerId="ADAL" clId="{D869E9BB-B8D0-4089-BF88-FE203DA0B11B}" dt="2021-11-11T10:19:36.612" v="3976" actId="164"/>
          <ac:grpSpMkLst>
            <pc:docMk/>
            <pc:sldMk cId="820308891" sldId="259"/>
            <ac:grpSpMk id="4" creationId="{417D7432-1A1C-4DC5-806E-BA4935DCF3C3}"/>
          </ac:grpSpMkLst>
        </pc:grpChg>
        <pc:grpChg chg="add mod">
          <ac:chgData name="Indra Dwi Rianto" userId="56ba3eeb-817e-4a52-8b0b-33eaae7f6d0e" providerId="ADAL" clId="{D869E9BB-B8D0-4089-BF88-FE203DA0B11B}" dt="2021-11-11T10:19:40.739" v="3978" actId="1076"/>
          <ac:grpSpMkLst>
            <pc:docMk/>
            <pc:sldMk cId="820308891" sldId="259"/>
            <ac:grpSpMk id="10" creationId="{00BC01F5-EBC4-4148-8FF1-B32AB6CA5641}"/>
          </ac:grpSpMkLst>
        </pc:grpChg>
        <pc:picChg chg="mod">
          <ac:chgData name="Indra Dwi Rianto" userId="56ba3eeb-817e-4a52-8b0b-33eaae7f6d0e" providerId="ADAL" clId="{D869E9BB-B8D0-4089-BF88-FE203DA0B11B}" dt="2021-11-11T10:20:00.452" v="3979" actId="1440"/>
          <ac:picMkLst>
            <pc:docMk/>
            <pc:sldMk cId="820308891" sldId="259"/>
            <ac:picMk id="5" creationId="{37F99398-658D-49C5-A85A-110D78FA5430}"/>
          </ac:picMkLst>
        </pc:picChg>
      </pc:sldChg>
      <pc:sldChg chg="addSp delSp modSp new del mod">
        <pc:chgData name="Indra Dwi Rianto" userId="56ba3eeb-817e-4a52-8b0b-33eaae7f6d0e" providerId="ADAL" clId="{D869E9BB-B8D0-4089-BF88-FE203DA0B11B}" dt="2021-11-11T02:39:43.387" v="1649" actId="2696"/>
        <pc:sldMkLst>
          <pc:docMk/>
          <pc:sldMk cId="2691353457" sldId="259"/>
        </pc:sldMkLst>
        <pc:spChg chg="mod">
          <ac:chgData name="Indra Dwi Rianto" userId="56ba3eeb-817e-4a52-8b0b-33eaae7f6d0e" providerId="ADAL" clId="{D869E9BB-B8D0-4089-BF88-FE203DA0B11B}" dt="2021-11-10T02:55:43.798" v="175" actId="20577"/>
          <ac:spMkLst>
            <pc:docMk/>
            <pc:sldMk cId="2691353457" sldId="259"/>
            <ac:spMk id="2" creationId="{8174F35D-6195-4D88-9CA5-60B021B30DC4}"/>
          </ac:spMkLst>
        </pc:spChg>
        <pc:spChg chg="mod">
          <ac:chgData name="Indra Dwi Rianto" userId="56ba3eeb-817e-4a52-8b0b-33eaae7f6d0e" providerId="ADAL" clId="{D869E9BB-B8D0-4089-BF88-FE203DA0B11B}" dt="2021-11-10T05:14:47.299" v="1004" actId="20577"/>
          <ac:spMkLst>
            <pc:docMk/>
            <pc:sldMk cId="2691353457" sldId="259"/>
            <ac:spMk id="3" creationId="{DD30BD34-4D14-4ED7-8C28-88D33049DB2E}"/>
          </ac:spMkLst>
        </pc:spChg>
        <pc:spChg chg="add mod">
          <ac:chgData name="Indra Dwi Rianto" userId="56ba3eeb-817e-4a52-8b0b-33eaae7f6d0e" providerId="ADAL" clId="{D869E9BB-B8D0-4089-BF88-FE203DA0B11B}" dt="2021-11-10T05:17:10.973" v="1013" actId="368"/>
          <ac:spMkLst>
            <pc:docMk/>
            <pc:sldMk cId="2691353457" sldId="259"/>
            <ac:spMk id="6" creationId="{0B4286A3-E653-47ED-AEB8-7C1A038801FE}"/>
          </ac:spMkLst>
        </pc:spChg>
        <pc:spChg chg="add mod">
          <ac:chgData name="Indra Dwi Rianto" userId="56ba3eeb-817e-4a52-8b0b-33eaae7f6d0e" providerId="ADAL" clId="{D869E9BB-B8D0-4089-BF88-FE203DA0B11B}" dt="2021-11-10T05:17:21.632" v="1018" actId="1036"/>
          <ac:spMkLst>
            <pc:docMk/>
            <pc:sldMk cId="2691353457" sldId="259"/>
            <ac:spMk id="7" creationId="{EB3DAEF0-F493-4972-812C-68F22F4A887F}"/>
          </ac:spMkLst>
        </pc:spChg>
        <pc:spChg chg="add del mod">
          <ac:chgData name="Indra Dwi Rianto" userId="56ba3eeb-817e-4a52-8b0b-33eaae7f6d0e" providerId="ADAL" clId="{D869E9BB-B8D0-4089-BF88-FE203DA0B11B}" dt="2021-11-10T05:18:40.534" v="1020"/>
          <ac:spMkLst>
            <pc:docMk/>
            <pc:sldMk cId="2691353457" sldId="259"/>
            <ac:spMk id="9" creationId="{CFFBBA93-ABCB-4707-9BE7-3BBE3A96AFBA}"/>
          </ac:spMkLst>
        </pc:spChg>
        <pc:spChg chg="add del mod">
          <ac:chgData name="Indra Dwi Rianto" userId="56ba3eeb-817e-4a52-8b0b-33eaae7f6d0e" providerId="ADAL" clId="{D869E9BB-B8D0-4089-BF88-FE203DA0B11B}" dt="2021-11-10T06:29:46.515" v="1316" actId="478"/>
          <ac:spMkLst>
            <pc:docMk/>
            <pc:sldMk cId="2691353457" sldId="259"/>
            <ac:spMk id="10" creationId="{3C917720-9C71-47AF-8F59-2B4D77FF2D57}"/>
          </ac:spMkLst>
        </pc:spChg>
        <pc:picChg chg="add mod">
          <ac:chgData name="Indra Dwi Rianto" userId="56ba3eeb-817e-4a52-8b0b-33eaae7f6d0e" providerId="ADAL" clId="{D869E9BB-B8D0-4089-BF88-FE203DA0B11B}" dt="2021-11-10T05:14:37.387" v="985" actId="1076"/>
          <ac:picMkLst>
            <pc:docMk/>
            <pc:sldMk cId="2691353457" sldId="259"/>
            <ac:picMk id="5" creationId="{37F99398-658D-49C5-A85A-110D78FA5430}"/>
          </ac:picMkLst>
        </pc:picChg>
        <pc:picChg chg="add del mod">
          <ac:chgData name="Indra Dwi Rianto" userId="56ba3eeb-817e-4a52-8b0b-33eaae7f6d0e" providerId="ADAL" clId="{D869E9BB-B8D0-4089-BF88-FE203DA0B11B}" dt="2021-11-10T05:18:40.534" v="1020"/>
          <ac:picMkLst>
            <pc:docMk/>
            <pc:sldMk cId="2691353457" sldId="259"/>
            <ac:picMk id="8" creationId="{26C4BCEC-2148-4FCD-B77B-3E24B7BBCBA1}"/>
          </ac:picMkLst>
        </pc:picChg>
      </pc:sldChg>
      <pc:sldChg chg="addSp delSp modSp new mod modAnim modNotesTx">
        <pc:chgData name="Indra Dwi Rianto" userId="56ba3eeb-817e-4a52-8b0b-33eaae7f6d0e" providerId="ADAL" clId="{D869E9BB-B8D0-4089-BF88-FE203DA0B11B}" dt="2021-11-11T10:09:14.699" v="3905"/>
        <pc:sldMkLst>
          <pc:docMk/>
          <pc:sldMk cId="2777830365" sldId="260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2777830365" sldId="260"/>
            <ac:spMk id="2" creationId="{950878CE-63AB-49CE-802A-5A4D50152E12}"/>
          </ac:spMkLst>
        </pc:spChg>
        <pc:spChg chg="del">
          <ac:chgData name="Indra Dwi Rianto" userId="56ba3eeb-817e-4a52-8b0b-33eaae7f6d0e" providerId="ADAL" clId="{D869E9BB-B8D0-4089-BF88-FE203DA0B11B}" dt="2021-11-10T04:27:31.431" v="524"/>
          <ac:spMkLst>
            <pc:docMk/>
            <pc:sldMk cId="2777830365" sldId="260"/>
            <ac:spMk id="3" creationId="{04019F1B-922C-461F-AFA4-64F6422BE929}"/>
          </ac:spMkLst>
        </pc:spChg>
        <pc:picChg chg="add mod">
          <ac:chgData name="Indra Dwi Rianto" userId="56ba3eeb-817e-4a52-8b0b-33eaae7f6d0e" providerId="ADAL" clId="{D869E9BB-B8D0-4089-BF88-FE203DA0B11B}" dt="2021-11-11T10:09:14.699" v="3905"/>
          <ac:picMkLst>
            <pc:docMk/>
            <pc:sldMk cId="2777830365" sldId="260"/>
            <ac:picMk id="4" creationId="{83C6B438-633B-48AA-AF40-604C61D04E45}"/>
          </ac:picMkLst>
        </pc:picChg>
      </pc:sldChg>
      <pc:sldChg chg="addSp delSp modSp add mod modAnim modNotesTx">
        <pc:chgData name="Indra Dwi Rianto" userId="56ba3eeb-817e-4a52-8b0b-33eaae7f6d0e" providerId="ADAL" clId="{D869E9BB-B8D0-4089-BF88-FE203DA0B11B}" dt="2021-11-11T10:09:14.699" v="3905"/>
        <pc:sldMkLst>
          <pc:docMk/>
          <pc:sldMk cId="3151217143" sldId="261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3151217143" sldId="261"/>
            <ac:spMk id="2" creationId="{950878CE-63AB-49CE-802A-5A4D50152E12}"/>
          </ac:spMkLst>
        </pc:spChg>
        <pc:spChg chg="del">
          <ac:chgData name="Indra Dwi Rianto" userId="56ba3eeb-817e-4a52-8b0b-33eaae7f6d0e" providerId="ADAL" clId="{D869E9BB-B8D0-4089-BF88-FE203DA0B11B}" dt="2021-11-10T04:48:51.628" v="707"/>
          <ac:spMkLst>
            <pc:docMk/>
            <pc:sldMk cId="3151217143" sldId="261"/>
            <ac:spMk id="3" creationId="{04019F1B-922C-461F-AFA4-64F6422BE929}"/>
          </ac:spMkLst>
        </pc:spChg>
        <pc:picChg chg="add mod">
          <ac:chgData name="Indra Dwi Rianto" userId="56ba3eeb-817e-4a52-8b0b-33eaae7f6d0e" providerId="ADAL" clId="{D869E9BB-B8D0-4089-BF88-FE203DA0B11B}" dt="2021-11-11T10:09:14.699" v="3905"/>
          <ac:picMkLst>
            <pc:docMk/>
            <pc:sldMk cId="3151217143" sldId="261"/>
            <ac:picMk id="4" creationId="{67AD93F5-BEE6-4B68-B7DF-1DDB00C5F379}"/>
          </ac:picMkLst>
        </pc:picChg>
      </pc:sldChg>
      <pc:sldChg chg="addSp delSp modSp add mod modAnim modNotesTx">
        <pc:chgData name="Indra Dwi Rianto" userId="56ba3eeb-817e-4a52-8b0b-33eaae7f6d0e" providerId="ADAL" clId="{D869E9BB-B8D0-4089-BF88-FE203DA0B11B}" dt="2021-11-11T10:09:14.699" v="3905"/>
        <pc:sldMkLst>
          <pc:docMk/>
          <pc:sldMk cId="1106463937" sldId="262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1106463937" sldId="262"/>
            <ac:spMk id="2" creationId="{950878CE-63AB-49CE-802A-5A4D50152E12}"/>
          </ac:spMkLst>
        </pc:spChg>
        <pc:spChg chg="del mod">
          <ac:chgData name="Indra Dwi Rianto" userId="56ba3eeb-817e-4a52-8b0b-33eaae7f6d0e" providerId="ADAL" clId="{D869E9BB-B8D0-4089-BF88-FE203DA0B11B}" dt="2021-11-11T05:10:09.537" v="2201"/>
          <ac:spMkLst>
            <pc:docMk/>
            <pc:sldMk cId="1106463937" sldId="262"/>
            <ac:spMk id="3" creationId="{04019F1B-922C-461F-AFA4-64F6422BE929}"/>
          </ac:spMkLst>
        </pc:spChg>
        <pc:picChg chg="add mod">
          <ac:chgData name="Indra Dwi Rianto" userId="56ba3eeb-817e-4a52-8b0b-33eaae7f6d0e" providerId="ADAL" clId="{D869E9BB-B8D0-4089-BF88-FE203DA0B11B}" dt="2021-11-11T10:09:14.699" v="3905"/>
          <ac:picMkLst>
            <pc:docMk/>
            <pc:sldMk cId="1106463937" sldId="262"/>
            <ac:picMk id="4" creationId="{B1439FDB-3E03-420C-A4C5-215C56EB7E00}"/>
          </ac:picMkLst>
        </pc:picChg>
      </pc:sldChg>
      <pc:sldChg chg="addSp delSp modSp add mod modAnim modNotesTx">
        <pc:chgData name="Indra Dwi Rianto" userId="56ba3eeb-817e-4a52-8b0b-33eaae7f6d0e" providerId="ADAL" clId="{D869E9BB-B8D0-4089-BF88-FE203DA0B11B}" dt="2021-11-11T10:09:14.699" v="3905"/>
        <pc:sldMkLst>
          <pc:docMk/>
          <pc:sldMk cId="3361683047" sldId="263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3361683047" sldId="263"/>
            <ac:spMk id="2" creationId="{950878CE-63AB-49CE-802A-5A4D50152E12}"/>
          </ac:spMkLst>
        </pc:spChg>
        <pc:spChg chg="del mod">
          <ac:chgData name="Indra Dwi Rianto" userId="56ba3eeb-817e-4a52-8b0b-33eaae7f6d0e" providerId="ADAL" clId="{D869E9BB-B8D0-4089-BF88-FE203DA0B11B}" dt="2021-11-11T05:28:51.709" v="2718"/>
          <ac:spMkLst>
            <pc:docMk/>
            <pc:sldMk cId="3361683047" sldId="263"/>
            <ac:spMk id="3" creationId="{04019F1B-922C-461F-AFA4-64F6422BE929}"/>
          </ac:spMkLst>
        </pc:spChg>
        <pc:picChg chg="add mod">
          <ac:chgData name="Indra Dwi Rianto" userId="56ba3eeb-817e-4a52-8b0b-33eaae7f6d0e" providerId="ADAL" clId="{D869E9BB-B8D0-4089-BF88-FE203DA0B11B}" dt="2021-11-11T10:09:14.699" v="3905"/>
          <ac:picMkLst>
            <pc:docMk/>
            <pc:sldMk cId="3361683047" sldId="263"/>
            <ac:picMk id="4" creationId="{7B0CEEA2-C8C1-461E-9782-932DC6CD219F}"/>
          </ac:picMkLst>
        </pc:picChg>
      </pc:sldChg>
      <pc:sldChg chg="addSp delSp modSp add mod ord modAnim modNotesTx">
        <pc:chgData name="Indra Dwi Rianto" userId="56ba3eeb-817e-4a52-8b0b-33eaae7f6d0e" providerId="ADAL" clId="{D869E9BB-B8D0-4089-BF88-FE203DA0B11B}" dt="2021-11-11T10:09:14.699" v="3905"/>
        <pc:sldMkLst>
          <pc:docMk/>
          <pc:sldMk cId="1411046256" sldId="264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1411046256" sldId="264"/>
            <ac:spMk id="2" creationId="{950878CE-63AB-49CE-802A-5A4D50152E12}"/>
          </ac:spMkLst>
        </pc:spChg>
        <pc:spChg chg="del mod">
          <ac:chgData name="Indra Dwi Rianto" userId="56ba3eeb-817e-4a52-8b0b-33eaae7f6d0e" providerId="ADAL" clId="{D869E9BB-B8D0-4089-BF88-FE203DA0B11B}" dt="2021-11-11T05:29:09.924" v="2719"/>
          <ac:spMkLst>
            <pc:docMk/>
            <pc:sldMk cId="1411046256" sldId="264"/>
            <ac:spMk id="3" creationId="{04019F1B-922C-461F-AFA4-64F6422BE929}"/>
          </ac:spMkLst>
        </pc:spChg>
        <pc:picChg chg="add mod">
          <ac:chgData name="Indra Dwi Rianto" userId="56ba3eeb-817e-4a52-8b0b-33eaae7f6d0e" providerId="ADAL" clId="{D869E9BB-B8D0-4089-BF88-FE203DA0B11B}" dt="2021-11-11T10:09:14.699" v="3905"/>
          <ac:picMkLst>
            <pc:docMk/>
            <pc:sldMk cId="1411046256" sldId="264"/>
            <ac:picMk id="4" creationId="{F2CE453C-D677-45E8-9C83-DC06C1C72CC1}"/>
          </ac:picMkLst>
        </pc:picChg>
      </pc:sldChg>
      <pc:sldChg chg="addSp delSp modSp add mod ord modAnim modNotesTx">
        <pc:chgData name="Indra Dwi Rianto" userId="56ba3eeb-817e-4a52-8b0b-33eaae7f6d0e" providerId="ADAL" clId="{D869E9BB-B8D0-4089-BF88-FE203DA0B11B}" dt="2021-11-11T10:09:14.699" v="3905"/>
        <pc:sldMkLst>
          <pc:docMk/>
          <pc:sldMk cId="4185181906" sldId="265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4185181906" sldId="265"/>
            <ac:spMk id="2" creationId="{950878CE-63AB-49CE-802A-5A4D50152E12}"/>
          </ac:spMkLst>
        </pc:spChg>
        <pc:spChg chg="del mod">
          <ac:chgData name="Indra Dwi Rianto" userId="56ba3eeb-817e-4a52-8b0b-33eaae7f6d0e" providerId="ADAL" clId="{D869E9BB-B8D0-4089-BF88-FE203DA0B11B}" dt="2021-11-11T08:59:54.079" v="3903"/>
          <ac:spMkLst>
            <pc:docMk/>
            <pc:sldMk cId="4185181906" sldId="265"/>
            <ac:spMk id="3" creationId="{04019F1B-922C-461F-AFA4-64F6422BE929}"/>
          </ac:spMkLst>
        </pc:spChg>
        <pc:picChg chg="add mod">
          <ac:chgData name="Indra Dwi Rianto" userId="56ba3eeb-817e-4a52-8b0b-33eaae7f6d0e" providerId="ADAL" clId="{D869E9BB-B8D0-4089-BF88-FE203DA0B11B}" dt="2021-11-11T10:09:14.699" v="3905"/>
          <ac:picMkLst>
            <pc:docMk/>
            <pc:sldMk cId="4185181906" sldId="265"/>
            <ac:picMk id="4" creationId="{8543461A-50D3-4E8F-8622-2FEFCDAEC285}"/>
          </ac:picMkLst>
        </pc:picChg>
      </pc:sldChg>
      <pc:sldChg chg="addSp delSp modSp add mod modNotesTx">
        <pc:chgData name="Indra Dwi Rianto" userId="56ba3eeb-817e-4a52-8b0b-33eaae7f6d0e" providerId="ADAL" clId="{D869E9BB-B8D0-4089-BF88-FE203DA0B11B}" dt="2021-11-11T10:20:32.066" v="3993" actId="1038"/>
        <pc:sldMkLst>
          <pc:docMk/>
          <pc:sldMk cId="950083781" sldId="266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950083781" sldId="266"/>
            <ac:spMk id="2" creationId="{950878CE-63AB-49CE-802A-5A4D50152E12}"/>
          </ac:spMkLst>
        </pc:spChg>
        <pc:spChg chg="del">
          <ac:chgData name="Indra Dwi Rianto" userId="56ba3eeb-817e-4a52-8b0b-33eaae7f6d0e" providerId="ADAL" clId="{D869E9BB-B8D0-4089-BF88-FE203DA0B11B}" dt="2021-11-10T04:18:25.616" v="466"/>
          <ac:spMkLst>
            <pc:docMk/>
            <pc:sldMk cId="950083781" sldId="266"/>
            <ac:spMk id="3" creationId="{04019F1B-922C-461F-AFA4-64F6422BE929}"/>
          </ac:spMkLst>
        </pc:spChg>
        <pc:spChg chg="add mod">
          <ac:chgData name="Indra Dwi Rianto" userId="56ba3eeb-817e-4a52-8b0b-33eaae7f6d0e" providerId="ADAL" clId="{D869E9BB-B8D0-4089-BF88-FE203DA0B11B}" dt="2021-11-10T04:23:48.779" v="490" actId="20577"/>
          <ac:spMkLst>
            <pc:docMk/>
            <pc:sldMk cId="950083781" sldId="266"/>
            <ac:spMk id="6" creationId="{E65178E1-AD6E-4666-B05A-7657E74A63BD}"/>
          </ac:spMkLst>
        </pc:spChg>
        <pc:spChg chg="add mod">
          <ac:chgData name="Indra Dwi Rianto" userId="56ba3eeb-817e-4a52-8b0b-33eaae7f6d0e" providerId="ADAL" clId="{D869E9BB-B8D0-4089-BF88-FE203DA0B11B}" dt="2021-11-11T10:20:32.066" v="3993" actId="1038"/>
          <ac:spMkLst>
            <pc:docMk/>
            <pc:sldMk cId="950083781" sldId="266"/>
            <ac:spMk id="10" creationId="{B0676D16-FBB5-4F40-8A8A-DF0755A52785}"/>
          </ac:spMkLst>
        </pc:spChg>
        <pc:picChg chg="add mod">
          <ac:chgData name="Indra Dwi Rianto" userId="56ba3eeb-817e-4a52-8b0b-33eaae7f6d0e" providerId="ADAL" clId="{D869E9BB-B8D0-4089-BF88-FE203DA0B11B}" dt="2021-11-10T04:18:44.081" v="473" actId="1076"/>
          <ac:picMkLst>
            <pc:docMk/>
            <pc:sldMk cId="950083781" sldId="266"/>
            <ac:picMk id="4" creationId="{6DE80382-C949-41F6-86CB-4C8F194C36E9}"/>
          </ac:picMkLst>
        </pc:picChg>
        <pc:picChg chg="add mod">
          <ac:chgData name="Indra Dwi Rianto" userId="56ba3eeb-817e-4a52-8b0b-33eaae7f6d0e" providerId="ADAL" clId="{D869E9BB-B8D0-4089-BF88-FE203DA0B11B}" dt="2021-11-10T04:23:26.581" v="482" actId="1076"/>
          <ac:picMkLst>
            <pc:docMk/>
            <pc:sldMk cId="950083781" sldId="266"/>
            <ac:picMk id="8" creationId="{34866B9F-3E30-4F6C-8C96-924507E1FBFD}"/>
          </ac:picMkLst>
        </pc:picChg>
      </pc:sldChg>
      <pc:sldChg chg="addSp delSp modSp add mod modAnim modNotesTx">
        <pc:chgData name="Indra Dwi Rianto" userId="56ba3eeb-817e-4a52-8b0b-33eaae7f6d0e" providerId="ADAL" clId="{D869E9BB-B8D0-4089-BF88-FE203DA0B11B}" dt="2021-11-11T10:09:14.699" v="3905"/>
        <pc:sldMkLst>
          <pc:docMk/>
          <pc:sldMk cId="3692862421" sldId="267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3692862421" sldId="267"/>
            <ac:spMk id="2" creationId="{950878CE-63AB-49CE-802A-5A4D50152E12}"/>
          </ac:spMkLst>
        </pc:spChg>
        <pc:spChg chg="del mod">
          <ac:chgData name="Indra Dwi Rianto" userId="56ba3eeb-817e-4a52-8b0b-33eaae7f6d0e" providerId="ADAL" clId="{D869E9BB-B8D0-4089-BF88-FE203DA0B11B}" dt="2021-11-10T05:12:03.604" v="960"/>
          <ac:spMkLst>
            <pc:docMk/>
            <pc:sldMk cId="3692862421" sldId="267"/>
            <ac:spMk id="3" creationId="{04019F1B-922C-461F-AFA4-64F6422BE929}"/>
          </ac:spMkLst>
        </pc:spChg>
        <pc:spChg chg="add del mod">
          <ac:chgData name="Indra Dwi Rianto" userId="56ba3eeb-817e-4a52-8b0b-33eaae7f6d0e" providerId="ADAL" clId="{D869E9BB-B8D0-4089-BF88-FE203DA0B11B}" dt="2021-11-10T05:10:35.343" v="947" actId="478"/>
          <ac:spMkLst>
            <pc:docMk/>
            <pc:sldMk cId="3692862421" sldId="267"/>
            <ac:spMk id="4" creationId="{D322CD24-2FB1-4A60-9FEE-5F560D9F1703}"/>
          </ac:spMkLst>
        </pc:spChg>
        <pc:picChg chg="add mod">
          <ac:chgData name="Indra Dwi Rianto" userId="56ba3eeb-817e-4a52-8b0b-33eaae7f6d0e" providerId="ADAL" clId="{D869E9BB-B8D0-4089-BF88-FE203DA0B11B}" dt="2021-11-11T10:09:14.699" v="3905"/>
          <ac:picMkLst>
            <pc:docMk/>
            <pc:sldMk cId="3692862421" sldId="267"/>
            <ac:picMk id="5" creationId="{E3E2E78B-38A2-4CC9-9819-DDAE50E7E493}"/>
          </ac:picMkLst>
        </pc:picChg>
      </pc:sldChg>
      <pc:sldChg chg="addSp delSp modSp add mod modAnim modNotesTx">
        <pc:chgData name="Indra Dwi Rianto" userId="56ba3eeb-817e-4a52-8b0b-33eaae7f6d0e" providerId="ADAL" clId="{D869E9BB-B8D0-4089-BF88-FE203DA0B11B}" dt="2021-11-11T10:09:14.699" v="3905"/>
        <pc:sldMkLst>
          <pc:docMk/>
          <pc:sldMk cId="2866745305" sldId="268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2866745305" sldId="268"/>
            <ac:spMk id="2" creationId="{950878CE-63AB-49CE-802A-5A4D50152E12}"/>
          </ac:spMkLst>
        </pc:spChg>
        <pc:spChg chg="del mod">
          <ac:chgData name="Indra Dwi Rianto" userId="56ba3eeb-817e-4a52-8b0b-33eaae7f6d0e" providerId="ADAL" clId="{D869E9BB-B8D0-4089-BF88-FE203DA0B11B}" dt="2021-11-10T05:54:04.526" v="1044"/>
          <ac:spMkLst>
            <pc:docMk/>
            <pc:sldMk cId="2866745305" sldId="268"/>
            <ac:spMk id="3" creationId="{04019F1B-922C-461F-AFA4-64F6422BE929}"/>
          </ac:spMkLst>
        </pc:spChg>
        <pc:spChg chg="add del mod">
          <ac:chgData name="Indra Dwi Rianto" userId="56ba3eeb-817e-4a52-8b0b-33eaae7f6d0e" providerId="ADAL" clId="{D869E9BB-B8D0-4089-BF88-FE203DA0B11B}" dt="2021-11-10T06:09:24.832" v="1075" actId="478"/>
          <ac:spMkLst>
            <pc:docMk/>
            <pc:sldMk cId="2866745305" sldId="268"/>
            <ac:spMk id="4" creationId="{ED96EEE7-4C3B-4DD4-A254-C7F24538B7E5}"/>
          </ac:spMkLst>
        </pc:spChg>
        <pc:spChg chg="add del mod">
          <ac:chgData name="Indra Dwi Rianto" userId="56ba3eeb-817e-4a52-8b0b-33eaae7f6d0e" providerId="ADAL" clId="{D869E9BB-B8D0-4089-BF88-FE203DA0B11B}" dt="2021-11-10T06:25:13.637" v="1291"/>
          <ac:spMkLst>
            <pc:docMk/>
            <pc:sldMk cId="2866745305" sldId="268"/>
            <ac:spMk id="5" creationId="{BE83D454-2F73-4F78-AF18-10EEEF4CBD78}"/>
          </ac:spMkLst>
        </pc:spChg>
        <pc:picChg chg="add mod">
          <ac:chgData name="Indra Dwi Rianto" userId="56ba3eeb-817e-4a52-8b0b-33eaae7f6d0e" providerId="ADAL" clId="{D869E9BB-B8D0-4089-BF88-FE203DA0B11B}" dt="2021-11-11T10:09:14.699" v="3905"/>
          <ac:picMkLst>
            <pc:docMk/>
            <pc:sldMk cId="2866745305" sldId="268"/>
            <ac:picMk id="6" creationId="{868D7B6E-6D4D-401C-9BAB-4E2A25DE6199}"/>
          </ac:picMkLst>
        </pc:picChg>
        <pc:picChg chg="add del mod">
          <ac:chgData name="Indra Dwi Rianto" userId="56ba3eeb-817e-4a52-8b0b-33eaae7f6d0e" providerId="ADAL" clId="{D869E9BB-B8D0-4089-BF88-FE203DA0B11B}" dt="2021-11-10T06:19:18.064" v="1076" actId="21"/>
          <ac:picMkLst>
            <pc:docMk/>
            <pc:sldMk cId="2866745305" sldId="268"/>
            <ac:picMk id="1026" creationId="{B6865876-9AB8-4DE8-9061-854B652856ED}"/>
          </ac:picMkLst>
        </pc:picChg>
      </pc:sldChg>
      <pc:sldChg chg="modSp new mod ord">
        <pc:chgData name="Indra Dwi Rianto" userId="56ba3eeb-817e-4a52-8b0b-33eaae7f6d0e" providerId="ADAL" clId="{D869E9BB-B8D0-4089-BF88-FE203DA0B11B}" dt="2021-11-11T10:09:14.699" v="3905"/>
        <pc:sldMkLst>
          <pc:docMk/>
          <pc:sldMk cId="1215983140" sldId="269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1215983140" sldId="269"/>
            <ac:spMk id="2" creationId="{09DF1039-57DF-429F-900D-274C1243AE0D}"/>
          </ac:spMkLst>
        </pc:spChg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1215983140" sldId="269"/>
            <ac:spMk id="3" creationId="{6BE01392-ED10-452B-85A9-97051BBCDBC8}"/>
          </ac:spMkLst>
        </pc:spChg>
      </pc:sldChg>
      <pc:sldChg chg="addSp delSp modSp add mod delAnim modAnim modNotesTx">
        <pc:chgData name="Indra Dwi Rianto" userId="56ba3eeb-817e-4a52-8b0b-33eaae7f6d0e" providerId="ADAL" clId="{D869E9BB-B8D0-4089-BF88-FE203DA0B11B}" dt="2021-11-11T10:09:14.699" v="3905"/>
        <pc:sldMkLst>
          <pc:docMk/>
          <pc:sldMk cId="1824964495" sldId="270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1824964495" sldId="270"/>
            <ac:spMk id="2" creationId="{950878CE-63AB-49CE-802A-5A4D50152E12}"/>
          </ac:spMkLst>
        </pc:spChg>
        <pc:spChg chg="add del mod">
          <ac:chgData name="Indra Dwi Rianto" userId="56ba3eeb-817e-4a52-8b0b-33eaae7f6d0e" providerId="ADAL" clId="{D869E9BB-B8D0-4089-BF88-FE203DA0B11B}" dt="2021-11-11T02:29:21.123" v="1558"/>
          <ac:spMkLst>
            <pc:docMk/>
            <pc:sldMk cId="1824964495" sldId="270"/>
            <ac:spMk id="4" creationId="{BCF10C48-D44C-427C-A979-2BEB7A843AFA}"/>
          </ac:spMkLst>
        </pc:spChg>
        <pc:picChg chg="add mod">
          <ac:chgData name="Indra Dwi Rianto" userId="56ba3eeb-817e-4a52-8b0b-33eaae7f6d0e" providerId="ADAL" clId="{D869E9BB-B8D0-4089-BF88-FE203DA0B11B}" dt="2021-11-11T10:09:14.699" v="3905"/>
          <ac:picMkLst>
            <pc:docMk/>
            <pc:sldMk cId="1824964495" sldId="270"/>
            <ac:picMk id="5" creationId="{DFD5103B-AD74-40A7-A3BC-D3A559E6907C}"/>
          </ac:picMkLst>
        </pc:picChg>
        <pc:picChg chg="del">
          <ac:chgData name="Indra Dwi Rianto" userId="56ba3eeb-817e-4a52-8b0b-33eaae7f6d0e" providerId="ADAL" clId="{D869E9BB-B8D0-4089-BF88-FE203DA0B11B}" dt="2021-11-11T02:22:31.516" v="1333" actId="21"/>
          <ac:picMkLst>
            <pc:docMk/>
            <pc:sldMk cId="1824964495" sldId="270"/>
            <ac:picMk id="6" creationId="{868D7B6E-6D4D-401C-9BAB-4E2A25DE6199}"/>
          </ac:picMkLst>
        </pc:picChg>
      </pc:sldChg>
      <pc:sldChg chg="addSp delSp modSp add mod delAnim modAnim modNotesTx">
        <pc:chgData name="Indra Dwi Rianto" userId="56ba3eeb-817e-4a52-8b0b-33eaae7f6d0e" providerId="ADAL" clId="{D869E9BB-B8D0-4089-BF88-FE203DA0B11B}" dt="2021-11-11T10:09:14.699" v="3905"/>
        <pc:sldMkLst>
          <pc:docMk/>
          <pc:sldMk cId="3283130508" sldId="271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3283130508" sldId="271"/>
            <ac:spMk id="2" creationId="{950878CE-63AB-49CE-802A-5A4D50152E12}"/>
          </ac:spMkLst>
        </pc:spChg>
        <pc:spChg chg="add del mod">
          <ac:chgData name="Indra Dwi Rianto" userId="56ba3eeb-817e-4a52-8b0b-33eaae7f6d0e" providerId="ADAL" clId="{D869E9BB-B8D0-4089-BF88-FE203DA0B11B}" dt="2021-11-11T02:38:20.148" v="1648"/>
          <ac:spMkLst>
            <pc:docMk/>
            <pc:sldMk cId="3283130508" sldId="271"/>
            <ac:spMk id="4" creationId="{A9E47C60-ACE0-47EB-AB7F-32C520C5A1B5}"/>
          </ac:spMkLst>
        </pc:spChg>
        <pc:picChg chg="del">
          <ac:chgData name="Indra Dwi Rianto" userId="56ba3eeb-817e-4a52-8b0b-33eaae7f6d0e" providerId="ADAL" clId="{D869E9BB-B8D0-4089-BF88-FE203DA0B11B}" dt="2021-11-11T02:33:39.663" v="1594" actId="21"/>
          <ac:picMkLst>
            <pc:docMk/>
            <pc:sldMk cId="3283130508" sldId="271"/>
            <ac:picMk id="5" creationId="{DFD5103B-AD74-40A7-A3BC-D3A559E6907C}"/>
          </ac:picMkLst>
        </pc:picChg>
        <pc:picChg chg="add mod">
          <ac:chgData name="Indra Dwi Rianto" userId="56ba3eeb-817e-4a52-8b0b-33eaae7f6d0e" providerId="ADAL" clId="{D869E9BB-B8D0-4089-BF88-FE203DA0B11B}" dt="2021-11-11T10:09:14.699" v="3905"/>
          <ac:picMkLst>
            <pc:docMk/>
            <pc:sldMk cId="3283130508" sldId="271"/>
            <ac:picMk id="6" creationId="{1EB69921-839D-44E7-A0EA-1AC495A1B320}"/>
          </ac:picMkLst>
        </pc:picChg>
      </pc:sldChg>
      <pc:sldChg chg="modSp add">
        <pc:chgData name="Indra Dwi Rianto" userId="56ba3eeb-817e-4a52-8b0b-33eaae7f6d0e" providerId="ADAL" clId="{D869E9BB-B8D0-4089-BF88-FE203DA0B11B}" dt="2021-11-11T10:09:14.699" v="3905"/>
        <pc:sldMkLst>
          <pc:docMk/>
          <pc:sldMk cId="1060649429" sldId="272"/>
        </pc:sldMkLst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1060649429" sldId="272"/>
            <ac:spMk id="2" creationId="{09DF1039-57DF-429F-900D-274C1243AE0D}"/>
          </ac:spMkLst>
        </pc:spChg>
        <pc:spChg chg="mod">
          <ac:chgData name="Indra Dwi Rianto" userId="56ba3eeb-817e-4a52-8b0b-33eaae7f6d0e" providerId="ADAL" clId="{D869E9BB-B8D0-4089-BF88-FE203DA0B11B}" dt="2021-11-11T10:09:14.699" v="3905"/>
          <ac:spMkLst>
            <pc:docMk/>
            <pc:sldMk cId="1060649429" sldId="272"/>
            <ac:spMk id="3" creationId="{6BE01392-ED10-452B-85A9-97051BBCDBC8}"/>
          </ac:spMkLst>
        </pc:spChg>
      </pc:sldChg>
      <pc:sldMasterChg chg="addSp modSp mod modSldLayout">
        <pc:chgData name="Indra Dwi Rianto" userId="56ba3eeb-817e-4a52-8b0b-33eaae7f6d0e" providerId="ADAL" clId="{D869E9BB-B8D0-4089-BF88-FE203DA0B11B}" dt="2021-11-11T10:19:15.379" v="3972" actId="122"/>
        <pc:sldMasterMkLst>
          <pc:docMk/>
          <pc:sldMasterMk cId="2309462439" sldId="2147483937"/>
        </pc:sldMasterMkLst>
        <pc:picChg chg="add mod">
          <ac:chgData name="Indra Dwi Rianto" userId="56ba3eeb-817e-4a52-8b0b-33eaae7f6d0e" providerId="ADAL" clId="{D869E9BB-B8D0-4089-BF88-FE203DA0B11B}" dt="2021-11-11T10:14:23.927" v="3956" actId="1076"/>
          <ac:picMkLst>
            <pc:docMk/>
            <pc:sldMasterMk cId="2309462439" sldId="2147483937"/>
            <ac:picMk id="11" creationId="{D5F7D6F7-4863-4D95-82E8-E9EEDBD67FD0}"/>
          </ac:picMkLst>
        </pc:picChg>
        <pc:picChg chg="add mod">
          <ac:chgData name="Indra Dwi Rianto" userId="56ba3eeb-817e-4a52-8b0b-33eaae7f6d0e" providerId="ADAL" clId="{D869E9BB-B8D0-4089-BF88-FE203DA0B11B}" dt="2021-11-11T10:14:42.895" v="3958" actId="1076"/>
          <ac:picMkLst>
            <pc:docMk/>
            <pc:sldMasterMk cId="2309462439" sldId="2147483937"/>
            <ac:picMk id="13" creationId="{97E23E7A-D34E-4FE4-9EE7-993B74DC0274}"/>
          </ac:picMkLst>
        </pc:picChg>
        <pc:sldLayoutChg chg="modSp">
          <pc:chgData name="Indra Dwi Rianto" userId="56ba3eeb-817e-4a52-8b0b-33eaae7f6d0e" providerId="ADAL" clId="{D869E9BB-B8D0-4089-BF88-FE203DA0B11B}" dt="2021-11-11T10:19:15.379" v="3972" actId="122"/>
          <pc:sldLayoutMkLst>
            <pc:docMk/>
            <pc:sldMasterMk cId="2309462439" sldId="2147483937"/>
            <pc:sldLayoutMk cId="2854757630" sldId="2147483938"/>
          </pc:sldLayoutMkLst>
          <pc:spChg chg="mod">
            <ac:chgData name="Indra Dwi Rianto" userId="56ba3eeb-817e-4a52-8b0b-33eaae7f6d0e" providerId="ADAL" clId="{D869E9BB-B8D0-4089-BF88-FE203DA0B11B}" dt="2021-11-11T10:19:15.379" v="3972" actId="122"/>
            <ac:spMkLst>
              <pc:docMk/>
              <pc:sldMasterMk cId="2309462439" sldId="2147483937"/>
              <pc:sldLayoutMk cId="2854757630" sldId="2147483938"/>
              <ac:spMk id="2" creationId="{00000000-0000-0000-0000-000000000000}"/>
            </ac:spMkLst>
          </pc:spChg>
          <pc:spChg chg="mod">
            <ac:chgData name="Indra Dwi Rianto" userId="56ba3eeb-817e-4a52-8b0b-33eaae7f6d0e" providerId="ADAL" clId="{D869E9BB-B8D0-4089-BF88-FE203DA0B11B}" dt="2021-11-11T10:18:52.522" v="3971" actId="122"/>
            <ac:spMkLst>
              <pc:docMk/>
              <pc:sldMasterMk cId="2309462439" sldId="2147483937"/>
              <pc:sldLayoutMk cId="2854757630" sldId="2147483938"/>
              <ac:spMk id="3" creationId="{00000000-0000-0000-0000-000000000000}"/>
            </ac:spMkLst>
          </pc:spChg>
        </pc:sldLayoutChg>
        <pc:sldLayoutChg chg="modSp mod">
          <pc:chgData name="Indra Dwi Rianto" userId="56ba3eeb-817e-4a52-8b0b-33eaae7f6d0e" providerId="ADAL" clId="{D869E9BB-B8D0-4089-BF88-FE203DA0B11B}" dt="2021-11-11T10:15:41.867" v="3968"/>
          <pc:sldLayoutMkLst>
            <pc:docMk/>
            <pc:sldMasterMk cId="2309462439" sldId="2147483937"/>
            <pc:sldLayoutMk cId="279280232" sldId="2147483939"/>
          </pc:sldLayoutMkLst>
          <pc:spChg chg="mod">
            <ac:chgData name="Indra Dwi Rianto" userId="56ba3eeb-817e-4a52-8b0b-33eaae7f6d0e" providerId="ADAL" clId="{D869E9BB-B8D0-4089-BF88-FE203DA0B11B}" dt="2021-11-11T10:15:41.867" v="3968"/>
            <ac:spMkLst>
              <pc:docMk/>
              <pc:sldMasterMk cId="2309462439" sldId="2147483937"/>
              <pc:sldLayoutMk cId="279280232" sldId="2147483939"/>
              <ac:spMk id="6" creationId="{00000000-0000-0000-0000-000000000000}"/>
            </ac:spMkLst>
          </pc:spChg>
        </pc:sldLayoutChg>
      </pc:sldMasterChg>
    </pc:docChg>
  </pc:docChgLst>
  <pc:docChgLst>
    <pc:chgData name="Indra Dwi Rianto" userId="56ba3eeb-817e-4a52-8b0b-33eaae7f6d0e" providerId="ADAL" clId="{C668ED62-11CB-4E6C-A48E-8382100DBCBC}"/>
    <pc:docChg chg="undo custSel addSld delSld modSld">
      <pc:chgData name="Indra Dwi Rianto" userId="56ba3eeb-817e-4a52-8b0b-33eaae7f6d0e" providerId="ADAL" clId="{C668ED62-11CB-4E6C-A48E-8382100DBCBC}" dt="2022-11-15T08:37:06.771" v="683" actId="20577"/>
      <pc:docMkLst>
        <pc:docMk/>
      </pc:docMkLst>
      <pc:sldChg chg="modSp mod">
        <pc:chgData name="Indra Dwi Rianto" userId="56ba3eeb-817e-4a52-8b0b-33eaae7f6d0e" providerId="ADAL" clId="{C668ED62-11CB-4E6C-A48E-8382100DBCBC}" dt="2022-11-15T08:37:06.771" v="683" actId="20577"/>
        <pc:sldMkLst>
          <pc:docMk/>
          <pc:sldMk cId="1501567721" sldId="256"/>
        </pc:sldMkLst>
        <pc:spChg chg="mod">
          <ac:chgData name="Indra Dwi Rianto" userId="56ba3eeb-817e-4a52-8b0b-33eaae7f6d0e" providerId="ADAL" clId="{C668ED62-11CB-4E6C-A48E-8382100DBCBC}" dt="2022-11-12T08:05:27.725" v="12" actId="20577"/>
          <ac:spMkLst>
            <pc:docMk/>
            <pc:sldMk cId="1501567721" sldId="256"/>
            <ac:spMk id="2" creationId="{AFB4F5AE-DAE1-4A4A-8772-8C604F1B65E6}"/>
          </ac:spMkLst>
        </pc:spChg>
        <pc:spChg chg="mod">
          <ac:chgData name="Indra Dwi Rianto" userId="56ba3eeb-817e-4a52-8b0b-33eaae7f6d0e" providerId="ADAL" clId="{C668ED62-11CB-4E6C-A48E-8382100DBCBC}" dt="2022-11-15T08:37:06.771" v="683" actId="20577"/>
          <ac:spMkLst>
            <pc:docMk/>
            <pc:sldMk cId="1501567721" sldId="256"/>
            <ac:spMk id="3" creationId="{66A2FFCF-1469-47FC-8159-A92A3FE0A1FD}"/>
          </ac:spMkLst>
        </pc:spChg>
      </pc:sldChg>
      <pc:sldChg chg="modSp mod">
        <pc:chgData name="Indra Dwi Rianto" userId="56ba3eeb-817e-4a52-8b0b-33eaae7f6d0e" providerId="ADAL" clId="{C668ED62-11CB-4E6C-A48E-8382100DBCBC}" dt="2022-11-14T10:57:36.894" v="547" actId="207"/>
        <pc:sldMkLst>
          <pc:docMk/>
          <pc:sldMk cId="2940124282" sldId="257"/>
        </pc:sldMkLst>
        <pc:spChg chg="mod">
          <ac:chgData name="Indra Dwi Rianto" userId="56ba3eeb-817e-4a52-8b0b-33eaae7f6d0e" providerId="ADAL" clId="{C668ED62-11CB-4E6C-A48E-8382100DBCBC}" dt="2022-11-14T10:57:36.894" v="547" actId="207"/>
          <ac:spMkLst>
            <pc:docMk/>
            <pc:sldMk cId="2940124282" sldId="257"/>
            <ac:spMk id="3" creationId="{B5E6ACF6-7CA9-4FB3-BFFB-2D73E3AD967B}"/>
          </ac:spMkLst>
        </pc:spChg>
      </pc:sldChg>
      <pc:sldChg chg="addSp delSp modSp mod">
        <pc:chgData name="Indra Dwi Rianto" userId="56ba3eeb-817e-4a52-8b0b-33eaae7f6d0e" providerId="ADAL" clId="{C668ED62-11CB-4E6C-A48E-8382100DBCBC}" dt="2022-11-14T10:31:35.226" v="330" actId="6549"/>
        <pc:sldMkLst>
          <pc:docMk/>
          <pc:sldMk cId="820308891" sldId="259"/>
        </pc:sldMkLst>
        <pc:spChg chg="mod">
          <ac:chgData name="Indra Dwi Rianto" userId="56ba3eeb-817e-4a52-8b0b-33eaae7f6d0e" providerId="ADAL" clId="{C668ED62-11CB-4E6C-A48E-8382100DBCBC}" dt="2022-11-12T08:28:23.469" v="96"/>
          <ac:spMkLst>
            <pc:docMk/>
            <pc:sldMk cId="820308891" sldId="259"/>
            <ac:spMk id="2" creationId="{8174F35D-6195-4D88-9CA5-60B021B30DC4}"/>
          </ac:spMkLst>
        </pc:spChg>
        <pc:spChg chg="mod">
          <ac:chgData name="Indra Dwi Rianto" userId="56ba3eeb-817e-4a52-8b0b-33eaae7f6d0e" providerId="ADAL" clId="{C668ED62-11CB-4E6C-A48E-8382100DBCBC}" dt="2022-11-14T10:31:35.226" v="330" actId="6549"/>
          <ac:spMkLst>
            <pc:docMk/>
            <pc:sldMk cId="820308891" sldId="259"/>
            <ac:spMk id="3" creationId="{DD30BD34-4D14-4ED7-8C28-88D33049DB2E}"/>
          </ac:spMkLst>
        </pc:spChg>
        <pc:spChg chg="del mod">
          <ac:chgData name="Indra Dwi Rianto" userId="56ba3eeb-817e-4a52-8b0b-33eaae7f6d0e" providerId="ADAL" clId="{C668ED62-11CB-4E6C-A48E-8382100DBCBC}" dt="2022-11-12T08:28:24.333" v="98"/>
          <ac:spMkLst>
            <pc:docMk/>
            <pc:sldMk cId="820308891" sldId="259"/>
            <ac:spMk id="5" creationId="{AD021569-1483-4AF5-9BBE-8B5C11510165}"/>
          </ac:spMkLst>
        </pc:spChg>
        <pc:picChg chg="del">
          <ac:chgData name="Indra Dwi Rianto" userId="56ba3eeb-817e-4a52-8b0b-33eaae7f6d0e" providerId="ADAL" clId="{C668ED62-11CB-4E6C-A48E-8382100DBCBC}" dt="2022-11-12T08:06:20.248" v="33" actId="21"/>
          <ac:picMkLst>
            <pc:docMk/>
            <pc:sldMk cId="820308891" sldId="259"/>
            <ac:picMk id="6" creationId="{216DBCDF-6275-4A3A-ABB9-8A69DEB2F549}"/>
          </ac:picMkLst>
        </pc:picChg>
        <pc:picChg chg="add mod">
          <ac:chgData name="Indra Dwi Rianto" userId="56ba3eeb-817e-4a52-8b0b-33eaae7f6d0e" providerId="ADAL" clId="{C668ED62-11CB-4E6C-A48E-8382100DBCBC}" dt="2022-11-12T08:28:30.701" v="101" actId="1076"/>
          <ac:picMkLst>
            <pc:docMk/>
            <pc:sldMk cId="820308891" sldId="259"/>
            <ac:picMk id="1026" creationId="{864FEF2C-2C91-3B23-CB59-E4E0D78D17A2}"/>
          </ac:picMkLst>
        </pc:picChg>
      </pc:sldChg>
      <pc:sldChg chg="add del">
        <pc:chgData name="Indra Dwi Rianto" userId="56ba3eeb-817e-4a52-8b0b-33eaae7f6d0e" providerId="ADAL" clId="{C668ED62-11CB-4E6C-A48E-8382100DBCBC}" dt="2022-11-12T08:25:38.509" v="70" actId="47"/>
        <pc:sldMkLst>
          <pc:docMk/>
          <pc:sldMk cId="950083781" sldId="266"/>
        </pc:sldMkLst>
      </pc:sldChg>
      <pc:sldChg chg="add del">
        <pc:chgData name="Indra Dwi Rianto" userId="56ba3eeb-817e-4a52-8b0b-33eaae7f6d0e" providerId="ADAL" clId="{C668ED62-11CB-4E6C-A48E-8382100DBCBC}" dt="2022-11-12T08:25:12.800" v="67" actId="47"/>
        <pc:sldMkLst>
          <pc:docMk/>
          <pc:sldMk cId="1215983140" sldId="269"/>
        </pc:sldMkLst>
      </pc:sldChg>
      <pc:sldChg chg="add del">
        <pc:chgData name="Indra Dwi Rianto" userId="56ba3eeb-817e-4a52-8b0b-33eaae7f6d0e" providerId="ADAL" clId="{C668ED62-11CB-4E6C-A48E-8382100DBCBC}" dt="2022-11-12T08:25:38.509" v="70" actId="47"/>
        <pc:sldMkLst>
          <pc:docMk/>
          <pc:sldMk cId="1461401024" sldId="270"/>
        </pc:sldMkLst>
      </pc:sldChg>
      <pc:sldChg chg="add del">
        <pc:chgData name="Indra Dwi Rianto" userId="56ba3eeb-817e-4a52-8b0b-33eaae7f6d0e" providerId="ADAL" clId="{C668ED62-11CB-4E6C-A48E-8382100DBCBC}" dt="2022-11-12T08:25:38.509" v="70" actId="47"/>
        <pc:sldMkLst>
          <pc:docMk/>
          <pc:sldMk cId="1242015411" sldId="271"/>
        </pc:sldMkLst>
      </pc:sldChg>
      <pc:sldChg chg="add del">
        <pc:chgData name="Indra Dwi Rianto" userId="56ba3eeb-817e-4a52-8b0b-33eaae7f6d0e" providerId="ADAL" clId="{C668ED62-11CB-4E6C-A48E-8382100DBCBC}" dt="2022-11-12T08:25:38.509" v="70" actId="47"/>
        <pc:sldMkLst>
          <pc:docMk/>
          <pc:sldMk cId="1194558729" sldId="272"/>
        </pc:sldMkLst>
      </pc:sldChg>
      <pc:sldChg chg="add del">
        <pc:chgData name="Indra Dwi Rianto" userId="56ba3eeb-817e-4a52-8b0b-33eaae7f6d0e" providerId="ADAL" clId="{C668ED62-11CB-4E6C-A48E-8382100DBCBC}" dt="2022-11-12T08:25:38.509" v="70" actId="47"/>
        <pc:sldMkLst>
          <pc:docMk/>
          <pc:sldMk cId="4131883252" sldId="273"/>
        </pc:sldMkLst>
      </pc:sldChg>
      <pc:sldChg chg="add del">
        <pc:chgData name="Indra Dwi Rianto" userId="56ba3eeb-817e-4a52-8b0b-33eaae7f6d0e" providerId="ADAL" clId="{C668ED62-11CB-4E6C-A48E-8382100DBCBC}" dt="2022-11-12T08:25:38.509" v="70" actId="47"/>
        <pc:sldMkLst>
          <pc:docMk/>
          <pc:sldMk cId="3776148319" sldId="274"/>
        </pc:sldMkLst>
      </pc:sldChg>
      <pc:sldChg chg="addSp delSp modSp add del mod">
        <pc:chgData name="Indra Dwi Rianto" userId="56ba3eeb-817e-4a52-8b0b-33eaae7f6d0e" providerId="ADAL" clId="{C668ED62-11CB-4E6C-A48E-8382100DBCBC}" dt="2022-11-14T10:37:58.926" v="377" actId="21"/>
        <pc:sldMkLst>
          <pc:docMk/>
          <pc:sldMk cId="2004939220" sldId="275"/>
        </pc:sldMkLst>
        <pc:spChg chg="mod">
          <ac:chgData name="Indra Dwi Rianto" userId="56ba3eeb-817e-4a52-8b0b-33eaae7f6d0e" providerId="ADAL" clId="{C668ED62-11CB-4E6C-A48E-8382100DBCBC}" dt="2022-11-12T08:26:30.014" v="75"/>
          <ac:spMkLst>
            <pc:docMk/>
            <pc:sldMk cId="2004939220" sldId="275"/>
            <ac:spMk id="2" creationId="{5DCF12A5-C76F-44E4-9C06-47A32F43DA53}"/>
          </ac:spMkLst>
        </pc:spChg>
        <pc:spChg chg="mod">
          <ac:chgData name="Indra Dwi Rianto" userId="56ba3eeb-817e-4a52-8b0b-33eaae7f6d0e" providerId="ADAL" clId="{C668ED62-11CB-4E6C-A48E-8382100DBCBC}" dt="2022-11-12T08:26:00.829" v="71"/>
          <ac:spMkLst>
            <pc:docMk/>
            <pc:sldMk cId="2004939220" sldId="275"/>
            <ac:spMk id="3" creationId="{F6B094F3-885E-44E3-B29E-77C4255EB7F2}"/>
          </ac:spMkLst>
        </pc:spChg>
        <pc:spChg chg="add del mod">
          <ac:chgData name="Indra Dwi Rianto" userId="56ba3eeb-817e-4a52-8b0b-33eaae7f6d0e" providerId="ADAL" clId="{C668ED62-11CB-4E6C-A48E-8382100DBCBC}" dt="2022-11-14T10:37:38.524" v="372" actId="21"/>
          <ac:spMkLst>
            <pc:docMk/>
            <pc:sldMk cId="2004939220" sldId="275"/>
            <ac:spMk id="4" creationId="{B965411F-32E5-75C6-53DB-0EA9F251A28E}"/>
          </ac:spMkLst>
        </pc:spChg>
        <pc:spChg chg="add del mod">
          <ac:chgData name="Indra Dwi Rianto" userId="56ba3eeb-817e-4a52-8b0b-33eaae7f6d0e" providerId="ADAL" clId="{C668ED62-11CB-4E6C-A48E-8382100DBCBC}" dt="2022-11-14T10:37:58.926" v="377" actId="21"/>
          <ac:spMkLst>
            <pc:docMk/>
            <pc:sldMk cId="2004939220" sldId="275"/>
            <ac:spMk id="5" creationId="{5364FAC3-A53E-D7F1-8465-D6C4ABAA5F5E}"/>
          </ac:spMkLst>
        </pc:spChg>
        <pc:spChg chg="mod">
          <ac:chgData name="Indra Dwi Rianto" userId="56ba3eeb-817e-4a52-8b0b-33eaae7f6d0e" providerId="ADAL" clId="{C668ED62-11CB-4E6C-A48E-8382100DBCBC}" dt="2022-11-12T08:26:15.850" v="74" actId="3626"/>
          <ac:spMkLst>
            <pc:docMk/>
            <pc:sldMk cId="2004939220" sldId="275"/>
            <ac:spMk id="6" creationId="{4E9DCA5F-B812-4A26-A49D-0D1F53532F83}"/>
          </ac:spMkLst>
        </pc:spChg>
      </pc:sldChg>
      <pc:sldChg chg="add del">
        <pc:chgData name="Indra Dwi Rianto" userId="56ba3eeb-817e-4a52-8b0b-33eaae7f6d0e" providerId="ADAL" clId="{C668ED62-11CB-4E6C-A48E-8382100DBCBC}" dt="2022-11-12T08:25:38.509" v="70" actId="47"/>
        <pc:sldMkLst>
          <pc:docMk/>
          <pc:sldMk cId="4140690694" sldId="276"/>
        </pc:sldMkLst>
      </pc:sldChg>
      <pc:sldChg chg="add del">
        <pc:chgData name="Indra Dwi Rianto" userId="56ba3eeb-817e-4a52-8b0b-33eaae7f6d0e" providerId="ADAL" clId="{C668ED62-11CB-4E6C-A48E-8382100DBCBC}" dt="2022-11-12T08:25:38.509" v="70" actId="47"/>
        <pc:sldMkLst>
          <pc:docMk/>
          <pc:sldMk cId="3321450592" sldId="277"/>
        </pc:sldMkLst>
      </pc:sldChg>
      <pc:sldChg chg="add del">
        <pc:chgData name="Indra Dwi Rianto" userId="56ba3eeb-817e-4a52-8b0b-33eaae7f6d0e" providerId="ADAL" clId="{C668ED62-11CB-4E6C-A48E-8382100DBCBC}" dt="2022-11-12T08:25:38.509" v="70" actId="47"/>
        <pc:sldMkLst>
          <pc:docMk/>
          <pc:sldMk cId="2125020340" sldId="278"/>
        </pc:sldMkLst>
      </pc:sldChg>
      <pc:sldChg chg="add del">
        <pc:chgData name="Indra Dwi Rianto" userId="56ba3eeb-817e-4a52-8b0b-33eaae7f6d0e" providerId="ADAL" clId="{C668ED62-11CB-4E6C-A48E-8382100DBCBC}" dt="2022-11-12T08:25:38.509" v="70" actId="47"/>
        <pc:sldMkLst>
          <pc:docMk/>
          <pc:sldMk cId="13938730" sldId="279"/>
        </pc:sldMkLst>
      </pc:sldChg>
      <pc:sldChg chg="addSp modSp mod">
        <pc:chgData name="Indra Dwi Rianto" userId="56ba3eeb-817e-4a52-8b0b-33eaae7f6d0e" providerId="ADAL" clId="{C668ED62-11CB-4E6C-A48E-8382100DBCBC}" dt="2022-11-12T08:29:50.696" v="128" actId="14100"/>
        <pc:sldMkLst>
          <pc:docMk/>
          <pc:sldMk cId="2720234733" sldId="280"/>
        </pc:sldMkLst>
        <pc:spChg chg="add mod">
          <ac:chgData name="Indra Dwi Rianto" userId="56ba3eeb-817e-4a52-8b0b-33eaae7f6d0e" providerId="ADAL" clId="{C668ED62-11CB-4E6C-A48E-8382100DBCBC}" dt="2022-11-12T08:29:40.531" v="125" actId="14100"/>
          <ac:spMkLst>
            <pc:docMk/>
            <pc:sldMk cId="2720234733" sldId="280"/>
            <ac:spMk id="3" creationId="{1977AF1F-C130-B6D6-EA03-4FBD7E49E8F6}"/>
          </ac:spMkLst>
        </pc:spChg>
        <pc:spChg chg="add mod">
          <ac:chgData name="Indra Dwi Rianto" userId="56ba3eeb-817e-4a52-8b0b-33eaae7f6d0e" providerId="ADAL" clId="{C668ED62-11CB-4E6C-A48E-8382100DBCBC}" dt="2022-11-12T08:29:50.696" v="128" actId="14100"/>
          <ac:spMkLst>
            <pc:docMk/>
            <pc:sldMk cId="2720234733" sldId="280"/>
            <ac:spMk id="4" creationId="{3620ECD6-3DA6-1C6D-29D2-C59616D54AB9}"/>
          </ac:spMkLst>
        </pc:spChg>
        <pc:picChg chg="mod">
          <ac:chgData name="Indra Dwi Rianto" userId="56ba3eeb-817e-4a52-8b0b-33eaae7f6d0e" providerId="ADAL" clId="{C668ED62-11CB-4E6C-A48E-8382100DBCBC}" dt="2022-11-12T08:29:45.325" v="127" actId="14100"/>
          <ac:picMkLst>
            <pc:docMk/>
            <pc:sldMk cId="2720234733" sldId="280"/>
            <ac:picMk id="8194" creationId="{1345579E-4B36-4055-8491-D7E4F0CD6AE9}"/>
          </ac:picMkLst>
        </pc:picChg>
      </pc:sldChg>
      <pc:sldChg chg="add del">
        <pc:chgData name="Indra Dwi Rianto" userId="56ba3eeb-817e-4a52-8b0b-33eaae7f6d0e" providerId="ADAL" clId="{C668ED62-11CB-4E6C-A48E-8382100DBCBC}" dt="2022-11-12T08:30:08.160" v="132" actId="2696"/>
        <pc:sldMkLst>
          <pc:docMk/>
          <pc:sldMk cId="461777736" sldId="281"/>
        </pc:sldMkLst>
      </pc:sldChg>
      <pc:sldChg chg="add del">
        <pc:chgData name="Indra Dwi Rianto" userId="56ba3eeb-817e-4a52-8b0b-33eaae7f6d0e" providerId="ADAL" clId="{C668ED62-11CB-4E6C-A48E-8382100DBCBC}" dt="2022-11-12T08:25:38.509" v="70" actId="47"/>
        <pc:sldMkLst>
          <pc:docMk/>
          <pc:sldMk cId="1108169890" sldId="283"/>
        </pc:sldMkLst>
      </pc:sldChg>
      <pc:sldChg chg="addSp delSp modSp mod modNotesTx">
        <pc:chgData name="Indra Dwi Rianto" userId="56ba3eeb-817e-4a52-8b0b-33eaae7f6d0e" providerId="ADAL" clId="{C668ED62-11CB-4E6C-A48E-8382100DBCBC}" dt="2022-11-14T11:14:46.365" v="587" actId="1076"/>
        <pc:sldMkLst>
          <pc:docMk/>
          <pc:sldMk cId="3440368203" sldId="284"/>
        </pc:sldMkLst>
        <pc:spChg chg="mod">
          <ac:chgData name="Indra Dwi Rianto" userId="56ba3eeb-817e-4a52-8b0b-33eaae7f6d0e" providerId="ADAL" clId="{C668ED62-11CB-4E6C-A48E-8382100DBCBC}" dt="2022-11-14T10:48:30.585" v="485" actId="21"/>
          <ac:spMkLst>
            <pc:docMk/>
            <pc:sldMk cId="3440368203" sldId="284"/>
            <ac:spMk id="2" creationId="{74879683-A3A3-4066-A71C-5A0306173C85}"/>
          </ac:spMkLst>
        </pc:spChg>
        <pc:spChg chg="mod">
          <ac:chgData name="Indra Dwi Rianto" userId="56ba3eeb-817e-4a52-8b0b-33eaae7f6d0e" providerId="ADAL" clId="{C668ED62-11CB-4E6C-A48E-8382100DBCBC}" dt="2022-11-14T10:48:37.225" v="487" actId="20577"/>
          <ac:spMkLst>
            <pc:docMk/>
            <pc:sldMk cId="3440368203" sldId="284"/>
            <ac:spMk id="3" creationId="{97E77DC8-1975-40CF-9ECC-681FC64F6C6C}"/>
          </ac:spMkLst>
        </pc:spChg>
        <pc:spChg chg="del">
          <ac:chgData name="Indra Dwi Rianto" userId="56ba3eeb-817e-4a52-8b0b-33eaae7f6d0e" providerId="ADAL" clId="{C668ED62-11CB-4E6C-A48E-8382100DBCBC}" dt="2022-11-14T11:14:42.608" v="586" actId="21"/>
          <ac:spMkLst>
            <pc:docMk/>
            <pc:sldMk cId="3440368203" sldId="284"/>
            <ac:spMk id="4" creationId="{19E71975-0592-4373-A895-70F2E346184B}"/>
          </ac:spMkLst>
        </pc:spChg>
        <pc:spChg chg="add mod">
          <ac:chgData name="Indra Dwi Rianto" userId="56ba3eeb-817e-4a52-8b0b-33eaae7f6d0e" providerId="ADAL" clId="{C668ED62-11CB-4E6C-A48E-8382100DBCBC}" dt="2022-11-14T11:14:46.365" v="587" actId="1076"/>
          <ac:spMkLst>
            <pc:docMk/>
            <pc:sldMk cId="3440368203" sldId="284"/>
            <ac:spMk id="5" creationId="{4A52EF3F-8573-76F5-CD43-B762649FCB89}"/>
          </ac:spMkLst>
        </pc:spChg>
        <pc:picChg chg="del">
          <ac:chgData name="Indra Dwi Rianto" userId="56ba3eeb-817e-4a52-8b0b-33eaae7f6d0e" providerId="ADAL" clId="{C668ED62-11CB-4E6C-A48E-8382100DBCBC}" dt="2022-11-14T10:48:21.738" v="482" actId="21"/>
          <ac:picMkLst>
            <pc:docMk/>
            <pc:sldMk cId="3440368203" sldId="284"/>
            <ac:picMk id="6" creationId="{2788E72E-54AE-4373-8BAD-DB81252AE87D}"/>
          </ac:picMkLst>
        </pc:picChg>
        <pc:picChg chg="del">
          <ac:chgData name="Indra Dwi Rianto" userId="56ba3eeb-817e-4a52-8b0b-33eaae7f6d0e" providerId="ADAL" clId="{C668ED62-11CB-4E6C-A48E-8382100DBCBC}" dt="2022-11-14T10:48:21.206" v="481" actId="21"/>
          <ac:picMkLst>
            <pc:docMk/>
            <pc:sldMk cId="3440368203" sldId="284"/>
            <ac:picMk id="8" creationId="{961BF45A-37D6-4E67-8E9F-4F2E67322E05}"/>
          </ac:picMkLst>
        </pc:picChg>
      </pc:sldChg>
      <pc:sldChg chg="addSp delSp modSp add mod">
        <pc:chgData name="Indra Dwi Rianto" userId="56ba3eeb-817e-4a52-8b0b-33eaae7f6d0e" providerId="ADAL" clId="{C668ED62-11CB-4E6C-A48E-8382100DBCBC}" dt="2022-11-14T10:58:16.865" v="552" actId="21"/>
        <pc:sldMkLst>
          <pc:docMk/>
          <pc:sldMk cId="1326176266" sldId="285"/>
        </pc:sldMkLst>
        <pc:spChg chg="mod">
          <ac:chgData name="Indra Dwi Rianto" userId="56ba3eeb-817e-4a52-8b0b-33eaae7f6d0e" providerId="ADAL" clId="{C668ED62-11CB-4E6C-A48E-8382100DBCBC}" dt="2022-11-14T10:56:56.473" v="505" actId="21"/>
          <ac:spMkLst>
            <pc:docMk/>
            <pc:sldMk cId="1326176266" sldId="285"/>
            <ac:spMk id="2" creationId="{5DCF12A5-C76F-44E4-9C06-47A32F43DA53}"/>
          </ac:spMkLst>
        </pc:spChg>
        <pc:spChg chg="add del mod">
          <ac:chgData name="Indra Dwi Rianto" userId="56ba3eeb-817e-4a52-8b0b-33eaae7f6d0e" providerId="ADAL" clId="{C668ED62-11CB-4E6C-A48E-8382100DBCBC}" dt="2022-11-14T10:58:03.602" v="550" actId="122"/>
          <ac:spMkLst>
            <pc:docMk/>
            <pc:sldMk cId="1326176266" sldId="285"/>
            <ac:spMk id="3" creationId="{F6B094F3-885E-44E3-B29E-77C4255EB7F2}"/>
          </ac:spMkLst>
        </pc:spChg>
        <pc:spChg chg="add del mod">
          <ac:chgData name="Indra Dwi Rianto" userId="56ba3eeb-817e-4a52-8b0b-33eaae7f6d0e" providerId="ADAL" clId="{C668ED62-11CB-4E6C-A48E-8382100DBCBC}" dt="2022-11-14T10:05:35.287" v="169"/>
          <ac:spMkLst>
            <pc:docMk/>
            <pc:sldMk cId="1326176266" sldId="285"/>
            <ac:spMk id="4" creationId="{C5FEF8A2-F4C2-80E3-70B2-A38E4FAAE9BF}"/>
          </ac:spMkLst>
        </pc:spChg>
        <pc:spChg chg="add del">
          <ac:chgData name="Indra Dwi Rianto" userId="56ba3eeb-817e-4a52-8b0b-33eaae7f6d0e" providerId="ADAL" clId="{C668ED62-11CB-4E6C-A48E-8382100DBCBC}" dt="2022-11-14T10:05:37.663" v="174"/>
          <ac:spMkLst>
            <pc:docMk/>
            <pc:sldMk cId="1326176266" sldId="285"/>
            <ac:spMk id="5" creationId="{1CE596E7-0814-3E06-1F57-F9012DCAB803}"/>
          </ac:spMkLst>
        </pc:spChg>
        <pc:spChg chg="mod">
          <ac:chgData name="Indra Dwi Rianto" userId="56ba3eeb-817e-4a52-8b0b-33eaae7f6d0e" providerId="ADAL" clId="{C668ED62-11CB-4E6C-A48E-8382100DBCBC}" dt="2022-11-14T10:09:40.729" v="182"/>
          <ac:spMkLst>
            <pc:docMk/>
            <pc:sldMk cId="1326176266" sldId="285"/>
            <ac:spMk id="6" creationId="{4E9DCA5F-B812-4A26-A49D-0D1F53532F83}"/>
          </ac:spMkLst>
        </pc:spChg>
        <pc:spChg chg="add del">
          <ac:chgData name="Indra Dwi Rianto" userId="56ba3eeb-817e-4a52-8b0b-33eaae7f6d0e" providerId="ADAL" clId="{C668ED62-11CB-4E6C-A48E-8382100DBCBC}" dt="2022-11-14T10:10:14.161" v="184"/>
          <ac:spMkLst>
            <pc:docMk/>
            <pc:sldMk cId="1326176266" sldId="285"/>
            <ac:spMk id="7" creationId="{B20F082F-F90F-2299-AC31-4D7DE56AA6C9}"/>
          </ac:spMkLst>
        </pc:spChg>
        <pc:spChg chg="add del mod">
          <ac:chgData name="Indra Dwi Rianto" userId="56ba3eeb-817e-4a52-8b0b-33eaae7f6d0e" providerId="ADAL" clId="{C668ED62-11CB-4E6C-A48E-8382100DBCBC}" dt="2022-11-14T10:58:16.865" v="552" actId="21"/>
          <ac:spMkLst>
            <pc:docMk/>
            <pc:sldMk cId="1326176266" sldId="285"/>
            <ac:spMk id="8" creationId="{ED024E0A-73C1-5ACE-9FE3-AE901242BA60}"/>
          </ac:spMkLst>
        </pc:spChg>
        <pc:spChg chg="add del mod">
          <ac:chgData name="Indra Dwi Rianto" userId="56ba3eeb-817e-4a52-8b0b-33eaae7f6d0e" providerId="ADAL" clId="{C668ED62-11CB-4E6C-A48E-8382100DBCBC}" dt="2022-11-14T10:58:16.865" v="552" actId="21"/>
          <ac:spMkLst>
            <pc:docMk/>
            <pc:sldMk cId="1326176266" sldId="285"/>
            <ac:spMk id="10" creationId="{22B69805-7F2A-C23F-F439-609278181E6E}"/>
          </ac:spMkLst>
        </pc:spChg>
        <pc:spChg chg="add mod">
          <ac:chgData name="Indra Dwi Rianto" userId="56ba3eeb-817e-4a52-8b0b-33eaae7f6d0e" providerId="ADAL" clId="{C668ED62-11CB-4E6C-A48E-8382100DBCBC}" dt="2022-11-14T10:58:14.420" v="551" actId="571"/>
          <ac:spMkLst>
            <pc:docMk/>
            <pc:sldMk cId="1326176266" sldId="285"/>
            <ac:spMk id="11" creationId="{C1B75F30-B297-20C0-8638-E6F633CD40EB}"/>
          </ac:spMkLst>
        </pc:spChg>
        <pc:spChg chg="add mod">
          <ac:chgData name="Indra Dwi Rianto" userId="56ba3eeb-817e-4a52-8b0b-33eaae7f6d0e" providerId="ADAL" clId="{C668ED62-11CB-4E6C-A48E-8382100DBCBC}" dt="2022-11-14T10:58:14.420" v="551" actId="571"/>
          <ac:spMkLst>
            <pc:docMk/>
            <pc:sldMk cId="1326176266" sldId="285"/>
            <ac:spMk id="12" creationId="{FAA3F07C-B935-F65B-6FB8-96D0C1560407}"/>
          </ac:spMkLst>
        </pc:spChg>
      </pc:sldChg>
      <pc:sldChg chg="modSp add del mod">
        <pc:chgData name="Indra Dwi Rianto" userId="56ba3eeb-817e-4a52-8b0b-33eaae7f6d0e" providerId="ADAL" clId="{C668ED62-11CB-4E6C-A48E-8382100DBCBC}" dt="2022-11-14T10:18:37.589" v="243" actId="2696"/>
        <pc:sldMkLst>
          <pc:docMk/>
          <pc:sldMk cId="1729262540" sldId="286"/>
        </pc:sldMkLst>
        <pc:spChg chg="mod">
          <ac:chgData name="Indra Dwi Rianto" userId="56ba3eeb-817e-4a52-8b0b-33eaae7f6d0e" providerId="ADAL" clId="{C668ED62-11CB-4E6C-A48E-8382100DBCBC}" dt="2022-11-12T08:28:02.370" v="91" actId="20577"/>
          <ac:spMkLst>
            <pc:docMk/>
            <pc:sldMk cId="1729262540" sldId="286"/>
            <ac:spMk id="2" creationId="{5DCF12A5-C76F-44E4-9C06-47A32F43DA53}"/>
          </ac:spMkLst>
        </pc:spChg>
      </pc:sldChg>
      <pc:sldChg chg="addSp delSp modSp add del mod modNotesTx">
        <pc:chgData name="Indra Dwi Rianto" userId="56ba3eeb-817e-4a52-8b0b-33eaae7f6d0e" providerId="ADAL" clId="{C668ED62-11CB-4E6C-A48E-8382100DBCBC}" dt="2022-11-15T05:10:32.560" v="622"/>
        <pc:sldMkLst>
          <pc:docMk/>
          <pc:sldMk cId="916679034" sldId="287"/>
        </pc:sldMkLst>
        <pc:spChg chg="mod">
          <ac:chgData name="Indra Dwi Rianto" userId="56ba3eeb-817e-4a52-8b0b-33eaae7f6d0e" providerId="ADAL" clId="{C668ED62-11CB-4E6C-A48E-8382100DBCBC}" dt="2022-11-12T08:30:15.410" v="139" actId="20577"/>
          <ac:spMkLst>
            <pc:docMk/>
            <pc:sldMk cId="916679034" sldId="287"/>
            <ac:spMk id="2" creationId="{5DCF12A5-C76F-44E4-9C06-47A32F43DA53}"/>
          </ac:spMkLst>
        </pc:spChg>
        <pc:spChg chg="mod">
          <ac:chgData name="Indra Dwi Rianto" userId="56ba3eeb-817e-4a52-8b0b-33eaae7f6d0e" providerId="ADAL" clId="{C668ED62-11CB-4E6C-A48E-8382100DBCBC}" dt="2022-11-15T04:12:09.965" v="621" actId="15"/>
          <ac:spMkLst>
            <pc:docMk/>
            <pc:sldMk cId="916679034" sldId="287"/>
            <ac:spMk id="3" creationId="{F6B094F3-885E-44E3-B29E-77C4255EB7F2}"/>
          </ac:spMkLst>
        </pc:spChg>
        <pc:spChg chg="add del">
          <ac:chgData name="Indra Dwi Rianto" userId="56ba3eeb-817e-4a52-8b0b-33eaae7f6d0e" providerId="ADAL" clId="{C668ED62-11CB-4E6C-A48E-8382100DBCBC}" dt="2022-11-14T10:23:21.428" v="273"/>
          <ac:spMkLst>
            <pc:docMk/>
            <pc:sldMk cId="916679034" sldId="287"/>
            <ac:spMk id="4" creationId="{E339C541-0141-F857-8D57-711CB60783C1}"/>
          </ac:spMkLst>
        </pc:spChg>
        <pc:spChg chg="add del">
          <ac:chgData name="Indra Dwi Rianto" userId="56ba3eeb-817e-4a52-8b0b-33eaae7f6d0e" providerId="ADAL" clId="{C668ED62-11CB-4E6C-A48E-8382100DBCBC}" dt="2022-11-14T10:24:36.357" v="288"/>
          <ac:spMkLst>
            <pc:docMk/>
            <pc:sldMk cId="916679034" sldId="287"/>
            <ac:spMk id="5" creationId="{90F021CF-947F-F80B-A2C6-00359D072F09}"/>
          </ac:spMkLst>
        </pc:spChg>
        <pc:spChg chg="mod">
          <ac:chgData name="Indra Dwi Rianto" userId="56ba3eeb-817e-4a52-8b0b-33eaae7f6d0e" providerId="ADAL" clId="{C668ED62-11CB-4E6C-A48E-8382100DBCBC}" dt="2022-11-15T05:10:32.560" v="622"/>
          <ac:spMkLst>
            <pc:docMk/>
            <pc:sldMk cId="916679034" sldId="287"/>
            <ac:spMk id="6" creationId="{4E9DCA5F-B812-4A26-A49D-0D1F53532F83}"/>
          </ac:spMkLst>
        </pc:spChg>
        <pc:spChg chg="add mod">
          <ac:chgData name="Indra Dwi Rianto" userId="56ba3eeb-817e-4a52-8b0b-33eaae7f6d0e" providerId="ADAL" clId="{C668ED62-11CB-4E6C-A48E-8382100DBCBC}" dt="2022-11-14T10:27:51.031" v="304"/>
          <ac:spMkLst>
            <pc:docMk/>
            <pc:sldMk cId="916679034" sldId="287"/>
            <ac:spMk id="7" creationId="{9CCA855E-A1E0-0BB0-DB31-D890721ECD51}"/>
          </ac:spMkLst>
        </pc:spChg>
      </pc:sldChg>
      <pc:sldChg chg="addSp delSp modSp add mod">
        <pc:chgData name="Indra Dwi Rianto" userId="56ba3eeb-817e-4a52-8b0b-33eaae7f6d0e" providerId="ADAL" clId="{C668ED62-11CB-4E6C-A48E-8382100DBCBC}" dt="2022-11-15T05:18:36.996" v="629" actId="21"/>
        <pc:sldMkLst>
          <pc:docMk/>
          <pc:sldMk cId="4280594537" sldId="288"/>
        </pc:sldMkLst>
        <pc:spChg chg="mod">
          <ac:chgData name="Indra Dwi Rianto" userId="56ba3eeb-817e-4a52-8b0b-33eaae7f6d0e" providerId="ADAL" clId="{C668ED62-11CB-4E6C-A48E-8382100DBCBC}" dt="2022-11-12T08:30:33.213" v="151" actId="20577"/>
          <ac:spMkLst>
            <pc:docMk/>
            <pc:sldMk cId="4280594537" sldId="288"/>
            <ac:spMk id="2" creationId="{5DCF12A5-C76F-44E4-9C06-47A32F43DA53}"/>
          </ac:spMkLst>
        </pc:spChg>
        <pc:spChg chg="mod">
          <ac:chgData name="Indra Dwi Rianto" userId="56ba3eeb-817e-4a52-8b0b-33eaae7f6d0e" providerId="ADAL" clId="{C668ED62-11CB-4E6C-A48E-8382100DBCBC}" dt="2022-11-14T10:45:32.810" v="462" actId="113"/>
          <ac:spMkLst>
            <pc:docMk/>
            <pc:sldMk cId="4280594537" sldId="288"/>
            <ac:spMk id="3" creationId="{F6B094F3-885E-44E3-B29E-77C4255EB7F2}"/>
          </ac:spMkLst>
        </pc:spChg>
        <pc:spChg chg="add del mod">
          <ac:chgData name="Indra Dwi Rianto" userId="56ba3eeb-817e-4a52-8b0b-33eaae7f6d0e" providerId="ADAL" clId="{C668ED62-11CB-4E6C-A48E-8382100DBCBC}" dt="2022-11-15T05:18:36.996" v="629" actId="21"/>
          <ac:spMkLst>
            <pc:docMk/>
            <pc:sldMk cId="4280594537" sldId="288"/>
            <ac:spMk id="4" creationId="{6A0D1943-AA9B-FE51-6A9F-510923995C03}"/>
          </ac:spMkLst>
        </pc:spChg>
        <pc:spChg chg="add del">
          <ac:chgData name="Indra Dwi Rianto" userId="56ba3eeb-817e-4a52-8b0b-33eaae7f6d0e" providerId="ADAL" clId="{C668ED62-11CB-4E6C-A48E-8382100DBCBC}" dt="2022-11-14T10:40:27.045" v="421"/>
          <ac:spMkLst>
            <pc:docMk/>
            <pc:sldMk cId="4280594537" sldId="288"/>
            <ac:spMk id="4" creationId="{E7A25084-BA15-9830-E515-77B76CFD0A17}"/>
          </ac:spMkLst>
        </pc:spChg>
        <pc:spChg chg="add del">
          <ac:chgData name="Indra Dwi Rianto" userId="56ba3eeb-817e-4a52-8b0b-33eaae7f6d0e" providerId="ADAL" clId="{C668ED62-11CB-4E6C-A48E-8382100DBCBC}" dt="2022-11-14T10:42:44.381" v="426"/>
          <ac:spMkLst>
            <pc:docMk/>
            <pc:sldMk cId="4280594537" sldId="288"/>
            <ac:spMk id="5" creationId="{1B9E18A4-8759-D42E-EC47-7D0986392082}"/>
          </ac:spMkLst>
        </pc:spChg>
        <pc:spChg chg="mod">
          <ac:chgData name="Indra Dwi Rianto" userId="56ba3eeb-817e-4a52-8b0b-33eaae7f6d0e" providerId="ADAL" clId="{C668ED62-11CB-4E6C-A48E-8382100DBCBC}" dt="2022-11-15T05:14:27.562" v="623"/>
          <ac:spMkLst>
            <pc:docMk/>
            <pc:sldMk cId="4280594537" sldId="288"/>
            <ac:spMk id="6" creationId="{4E9DCA5F-B812-4A26-A49D-0D1F53532F83}"/>
          </ac:spMkLst>
        </pc:spChg>
        <pc:spChg chg="add del">
          <ac:chgData name="Indra Dwi Rianto" userId="56ba3eeb-817e-4a52-8b0b-33eaae7f6d0e" providerId="ADAL" clId="{C668ED62-11CB-4E6C-A48E-8382100DBCBC}" dt="2022-11-14T10:44:21.553" v="438"/>
          <ac:spMkLst>
            <pc:docMk/>
            <pc:sldMk cId="4280594537" sldId="288"/>
            <ac:spMk id="7" creationId="{B1D3C33E-D9E9-6BE6-6F83-79BCDF3857FC}"/>
          </ac:spMkLst>
        </pc:spChg>
      </pc:sldChg>
      <pc:sldChg chg="modSp add del mod">
        <pc:chgData name="Indra Dwi Rianto" userId="56ba3eeb-817e-4a52-8b0b-33eaae7f6d0e" providerId="ADAL" clId="{C668ED62-11CB-4E6C-A48E-8382100DBCBC}" dt="2022-11-14T10:44:46.098" v="444" actId="2696"/>
        <pc:sldMkLst>
          <pc:docMk/>
          <pc:sldMk cId="2430411346" sldId="289"/>
        </pc:sldMkLst>
        <pc:spChg chg="mod">
          <ac:chgData name="Indra Dwi Rianto" userId="56ba3eeb-817e-4a52-8b0b-33eaae7f6d0e" providerId="ADAL" clId="{C668ED62-11CB-4E6C-A48E-8382100DBCBC}" dt="2022-11-12T08:30:39.494" v="162" actId="20577"/>
          <ac:spMkLst>
            <pc:docMk/>
            <pc:sldMk cId="2430411346" sldId="289"/>
            <ac:spMk id="2" creationId="{5DCF12A5-C76F-44E4-9C06-47A32F43DA53}"/>
          </ac:spMkLst>
        </pc:spChg>
      </pc:sldChg>
      <pc:sldChg chg="addSp delSp modSp add mod">
        <pc:chgData name="Indra Dwi Rianto" userId="56ba3eeb-817e-4a52-8b0b-33eaae7f6d0e" providerId="ADAL" clId="{C668ED62-11CB-4E6C-A48E-8382100DBCBC}" dt="2022-11-15T04:10:30.778" v="620" actId="400"/>
        <pc:sldMkLst>
          <pc:docMk/>
          <pc:sldMk cId="1438615486" sldId="290"/>
        </pc:sldMkLst>
        <pc:spChg chg="mod">
          <ac:chgData name="Indra Dwi Rianto" userId="56ba3eeb-817e-4a52-8b0b-33eaae7f6d0e" providerId="ADAL" clId="{C668ED62-11CB-4E6C-A48E-8382100DBCBC}" dt="2022-11-14T10:58:25.619" v="568" actId="20577"/>
          <ac:spMkLst>
            <pc:docMk/>
            <pc:sldMk cId="1438615486" sldId="290"/>
            <ac:spMk id="2" creationId="{5DCF12A5-C76F-44E4-9C06-47A32F43DA53}"/>
          </ac:spMkLst>
        </pc:spChg>
        <pc:spChg chg="mod">
          <ac:chgData name="Indra Dwi Rianto" userId="56ba3eeb-817e-4a52-8b0b-33eaae7f6d0e" providerId="ADAL" clId="{C668ED62-11CB-4E6C-A48E-8382100DBCBC}" dt="2022-11-15T04:10:30.778" v="620" actId="400"/>
          <ac:spMkLst>
            <pc:docMk/>
            <pc:sldMk cId="1438615486" sldId="290"/>
            <ac:spMk id="3" creationId="{F6B094F3-885E-44E3-B29E-77C4255EB7F2}"/>
          </ac:spMkLst>
        </pc:spChg>
        <pc:spChg chg="add del">
          <ac:chgData name="Indra Dwi Rianto" userId="56ba3eeb-817e-4a52-8b0b-33eaae7f6d0e" providerId="ADAL" clId="{C668ED62-11CB-4E6C-A48E-8382100DBCBC}" dt="2022-11-14T10:19:53.712" v="248" actId="22"/>
          <ac:spMkLst>
            <pc:docMk/>
            <pc:sldMk cId="1438615486" sldId="290"/>
            <ac:spMk id="5" creationId="{C869AE9C-94C8-21AB-7A85-618CA6AD0510}"/>
          </ac:spMkLst>
        </pc:spChg>
        <pc:spChg chg="mod">
          <ac:chgData name="Indra Dwi Rianto" userId="56ba3eeb-817e-4a52-8b0b-33eaae7f6d0e" providerId="ADAL" clId="{C668ED62-11CB-4E6C-A48E-8382100DBCBC}" dt="2022-11-14T10:58:40.405" v="571"/>
          <ac:spMkLst>
            <pc:docMk/>
            <pc:sldMk cId="1438615486" sldId="290"/>
            <ac:spMk id="6" creationId="{4E9DCA5F-B812-4A26-A49D-0D1F53532F83}"/>
          </ac:spMkLst>
        </pc:spChg>
        <pc:spChg chg="add mod">
          <ac:chgData name="Indra Dwi Rianto" userId="56ba3eeb-817e-4a52-8b0b-33eaae7f6d0e" providerId="ADAL" clId="{C668ED62-11CB-4E6C-A48E-8382100DBCBC}" dt="2022-11-14T11:03:19.846" v="585"/>
          <ac:spMkLst>
            <pc:docMk/>
            <pc:sldMk cId="1438615486" sldId="290"/>
            <ac:spMk id="7" creationId="{DBA4F8FE-B8F5-F8DE-94FF-B6A558C85D15}"/>
          </ac:spMkLst>
        </pc:spChg>
        <pc:spChg chg="del mod">
          <ac:chgData name="Indra Dwi Rianto" userId="56ba3eeb-817e-4a52-8b0b-33eaae7f6d0e" providerId="ADAL" clId="{C668ED62-11CB-4E6C-A48E-8382100DBCBC}" dt="2022-11-14T10:58:32.395" v="570" actId="21"/>
          <ac:spMkLst>
            <pc:docMk/>
            <pc:sldMk cId="1438615486" sldId="290"/>
            <ac:spMk id="8" creationId="{ED024E0A-73C1-5ACE-9FE3-AE901242BA60}"/>
          </ac:spMkLst>
        </pc:spChg>
        <pc:spChg chg="add mod">
          <ac:chgData name="Indra Dwi Rianto" userId="56ba3eeb-817e-4a52-8b0b-33eaae7f6d0e" providerId="ADAL" clId="{C668ED62-11CB-4E6C-A48E-8382100DBCBC}" dt="2022-11-15T04:03:44.633" v="609" actId="20577"/>
          <ac:spMkLst>
            <pc:docMk/>
            <pc:sldMk cId="1438615486" sldId="290"/>
            <ac:spMk id="9" creationId="{8942E177-F2D3-D07B-4DA6-2D88CB9AFB4B}"/>
          </ac:spMkLst>
        </pc:spChg>
        <pc:spChg chg="del mod">
          <ac:chgData name="Indra Dwi Rianto" userId="56ba3eeb-817e-4a52-8b0b-33eaae7f6d0e" providerId="ADAL" clId="{C668ED62-11CB-4E6C-A48E-8382100DBCBC}" dt="2022-11-14T10:58:32.395" v="570" actId="21"/>
          <ac:spMkLst>
            <pc:docMk/>
            <pc:sldMk cId="1438615486" sldId="290"/>
            <ac:spMk id="10" creationId="{22B69805-7F2A-C23F-F439-609278181E6E}"/>
          </ac:spMkLst>
        </pc:spChg>
        <pc:spChg chg="add mod">
          <ac:chgData name="Indra Dwi Rianto" userId="56ba3eeb-817e-4a52-8b0b-33eaae7f6d0e" providerId="ADAL" clId="{C668ED62-11CB-4E6C-A48E-8382100DBCBC}" dt="2022-11-14T10:59:22.014" v="578" actId="21"/>
          <ac:spMkLst>
            <pc:docMk/>
            <pc:sldMk cId="1438615486" sldId="290"/>
            <ac:spMk id="11" creationId="{601CAE6B-00C6-64FE-63E9-76F4C3F06405}"/>
          </ac:spMkLst>
        </pc:spChg>
      </pc:sldChg>
      <pc:sldChg chg="addSp modSp new mod">
        <pc:chgData name="Indra Dwi Rianto" userId="56ba3eeb-817e-4a52-8b0b-33eaae7f6d0e" providerId="ADAL" clId="{C668ED62-11CB-4E6C-A48E-8382100DBCBC}" dt="2022-11-14T10:38:07.914" v="387" actId="20577"/>
        <pc:sldMkLst>
          <pc:docMk/>
          <pc:sldMk cId="413592168" sldId="291"/>
        </pc:sldMkLst>
        <pc:spChg chg="mod">
          <ac:chgData name="Indra Dwi Rianto" userId="56ba3eeb-817e-4a52-8b0b-33eaae7f6d0e" providerId="ADAL" clId="{C668ED62-11CB-4E6C-A48E-8382100DBCBC}" dt="2022-11-14T10:37:14.889" v="369" actId="20577"/>
          <ac:spMkLst>
            <pc:docMk/>
            <pc:sldMk cId="413592168" sldId="291"/>
            <ac:spMk id="2" creationId="{C968E7AF-16E0-B4F1-46A8-4C0F21C0FA53}"/>
          </ac:spMkLst>
        </pc:spChg>
        <pc:spChg chg="mod">
          <ac:chgData name="Indra Dwi Rianto" userId="56ba3eeb-817e-4a52-8b0b-33eaae7f6d0e" providerId="ADAL" clId="{C668ED62-11CB-4E6C-A48E-8382100DBCBC}" dt="2022-11-14T10:38:07.914" v="387" actId="20577"/>
          <ac:spMkLst>
            <pc:docMk/>
            <pc:sldMk cId="413592168" sldId="291"/>
            <ac:spMk id="3" creationId="{789130FE-42AA-0BF5-79F6-6AA834097361}"/>
          </ac:spMkLst>
        </pc:spChg>
        <pc:spChg chg="add mod">
          <ac:chgData name="Indra Dwi Rianto" userId="56ba3eeb-817e-4a52-8b0b-33eaae7f6d0e" providerId="ADAL" clId="{C668ED62-11CB-4E6C-A48E-8382100DBCBC}" dt="2022-11-14T10:37:48.364" v="375" actId="20577"/>
          <ac:spMkLst>
            <pc:docMk/>
            <pc:sldMk cId="413592168" sldId="291"/>
            <ac:spMk id="4" creationId="{97C5CD2E-CEB2-D5BC-3953-7513840E14A6}"/>
          </ac:spMkLst>
        </pc:spChg>
        <pc:spChg chg="add mod">
          <ac:chgData name="Indra Dwi Rianto" userId="56ba3eeb-817e-4a52-8b0b-33eaae7f6d0e" providerId="ADAL" clId="{C668ED62-11CB-4E6C-A48E-8382100DBCBC}" dt="2022-11-14T10:38:02.904" v="379" actId="1076"/>
          <ac:spMkLst>
            <pc:docMk/>
            <pc:sldMk cId="413592168" sldId="291"/>
            <ac:spMk id="5" creationId="{BAAA15D2-6234-BB5C-2FD2-929367D435C8}"/>
          </ac:spMkLst>
        </pc:spChg>
      </pc:sldChg>
      <pc:sldChg chg="addSp modSp add mod modNotesTx">
        <pc:chgData name="Indra Dwi Rianto" userId="56ba3eeb-817e-4a52-8b0b-33eaae7f6d0e" providerId="ADAL" clId="{C668ED62-11CB-4E6C-A48E-8382100DBCBC}" dt="2022-11-15T05:18:24.655" v="627"/>
        <pc:sldMkLst>
          <pc:docMk/>
          <pc:sldMk cId="138873752" sldId="292"/>
        </pc:sldMkLst>
        <pc:spChg chg="mod">
          <ac:chgData name="Indra Dwi Rianto" userId="56ba3eeb-817e-4a52-8b0b-33eaae7f6d0e" providerId="ADAL" clId="{C668ED62-11CB-4E6C-A48E-8382100DBCBC}" dt="2022-11-14T10:44:52.694" v="458" actId="20577"/>
          <ac:spMkLst>
            <pc:docMk/>
            <pc:sldMk cId="138873752" sldId="292"/>
            <ac:spMk id="2" creationId="{5DCF12A5-C76F-44E4-9C06-47A32F43DA53}"/>
          </ac:spMkLst>
        </pc:spChg>
        <pc:spChg chg="mod">
          <ac:chgData name="Indra Dwi Rianto" userId="56ba3eeb-817e-4a52-8b0b-33eaae7f6d0e" providerId="ADAL" clId="{C668ED62-11CB-4E6C-A48E-8382100DBCBC}" dt="2022-11-14T10:45:27.237" v="461"/>
          <ac:spMkLst>
            <pc:docMk/>
            <pc:sldMk cId="138873752" sldId="292"/>
            <ac:spMk id="3" creationId="{F6B094F3-885E-44E3-B29E-77C4255EB7F2}"/>
          </ac:spMkLst>
        </pc:spChg>
        <pc:spChg chg="add mod">
          <ac:chgData name="Indra Dwi Rianto" userId="56ba3eeb-817e-4a52-8b0b-33eaae7f6d0e" providerId="ADAL" clId="{C668ED62-11CB-4E6C-A48E-8382100DBCBC}" dt="2022-11-15T05:18:24.655" v="627"/>
          <ac:spMkLst>
            <pc:docMk/>
            <pc:sldMk cId="138873752" sldId="292"/>
            <ac:spMk id="4" creationId="{864076F6-4EBC-996B-62AC-A967CA55BD6A}"/>
          </ac:spMkLst>
        </pc:spChg>
        <pc:spChg chg="mod">
          <ac:chgData name="Indra Dwi Rianto" userId="56ba3eeb-817e-4a52-8b0b-33eaae7f6d0e" providerId="ADAL" clId="{C668ED62-11CB-4E6C-A48E-8382100DBCBC}" dt="2022-11-15T05:14:33.201" v="624"/>
          <ac:spMkLst>
            <pc:docMk/>
            <pc:sldMk cId="138873752" sldId="292"/>
            <ac:spMk id="6" creationId="{4E9DCA5F-B812-4A26-A49D-0D1F53532F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63259-04A3-464D-B2E9-2A59E8D1036B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37274-ACAF-4AC0-A487-2BF5510132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95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390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22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59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https://maulahashina.wordpress.com/2015/12/13/mengetahui-field-dan-record-dalam-database/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16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https://maulahashina.wordpress.com/2015/12/13/mengetahui-field-dan-record-dalam-database/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90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9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57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14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22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96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099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519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57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457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061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448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37274-ACAF-4AC0-A487-2BF5510132B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78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42482F6-05B2-4861-BFF4-E76166AF5ED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19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82F6-05B2-4861-BFF4-E76166AF5ED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2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82F6-05B2-4861-BFF4-E76166AF5ED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24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82F6-05B2-4861-BFF4-E76166AF5ED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5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82F6-05B2-4861-BFF4-E76166AF5ED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611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82F6-05B2-4861-BFF4-E76166AF5ED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43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82F6-05B2-4861-BFF4-E76166AF5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993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82F6-05B2-4861-BFF4-E76166AF5ED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67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82F6-05B2-4861-BFF4-E76166AF5ED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82F6-05B2-4861-BFF4-E76166AF5ED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75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82F6-05B2-4861-BFF4-E76166AF5ED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55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40EE0-0292-43CB-BA46-2EDAF2D3320D}" type="datetimeFigureOut">
              <a:rPr lang="en-US" smtClean="0"/>
              <a:t>11/19/2022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42482F6-05B2-4861-BFF4-E76166AF5ED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75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  <p:sldLayoutId id="2147484030" r:id="rId9"/>
    <p:sldLayoutId id="2147484031" r:id="rId10"/>
    <p:sldLayoutId id="21474840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ndra.rianto@binu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3Guoop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questions/38652953/what-does-stream-mean-in-c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ulahashina.wordpress.com/2015/12/13/mengetahui-field-dan-record-dalam-database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ihancopur.com/en/1016/Blog/what-is-the-difference-between-binary-and-text-file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4F5AE-DAE1-4A4A-8772-8C604F1B6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8175"/>
            <a:ext cx="9144000" cy="3805238"/>
          </a:xfrm>
        </p:spPr>
        <p:txBody>
          <a:bodyPr anchor="t">
            <a:normAutofit/>
          </a:bodyPr>
          <a:lstStyle/>
          <a:p>
            <a:pPr algn="ctr"/>
            <a:r>
              <a:rPr lang="en-US" sz="5400" dirty="0"/>
              <a:t>BASIC PROGRAMMING IN C</a:t>
            </a:r>
            <a:br>
              <a:rPr lang="en-US" sz="5400" dirty="0"/>
            </a:br>
            <a:br>
              <a:rPr lang="en-US" sz="5400" dirty="0"/>
            </a:br>
            <a:r>
              <a:rPr lang="en-US" sz="5400" dirty="0"/>
              <a:t>File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2FFCF-1469-47FC-8159-A92A3FE0A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8275" y="3752850"/>
            <a:ext cx="9144000" cy="690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Indra Dwi Rianto, S.Kom, S.Si, M.T.I. (</a:t>
            </a:r>
            <a:r>
              <a:rPr lang="en-US" dirty="0">
                <a:hlinkClick r:id="rId2"/>
              </a:rPr>
              <a:t>indra.rianto@binus.edu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567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6ACF6-7CA9-4FB3-BFFB-2D73E3AD9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docs-Calibri"/>
              </a:rPr>
              <a:t>Files and Streams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docs-Calibri"/>
              </a:rPr>
              <a:t>Buffer Area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docs-Calibri"/>
              </a:rPr>
              <a:t>Open File</a:t>
            </a:r>
          </a:p>
          <a:p>
            <a:r>
              <a:rPr lang="en-US" dirty="0">
                <a:solidFill>
                  <a:srgbClr val="000000"/>
                </a:solidFill>
                <a:latin typeface="docs-Calibri"/>
              </a:rPr>
              <a:t>Close File</a:t>
            </a:r>
          </a:p>
          <a:p>
            <a:r>
              <a:rPr lang="en-US" dirty="0">
                <a:solidFill>
                  <a:srgbClr val="000000"/>
                </a:solidFill>
                <a:latin typeface="docs-Calibri"/>
              </a:rPr>
              <a:t>Input &amp; </a:t>
            </a:r>
            <a:r>
              <a:rPr lang="en-US">
                <a:solidFill>
                  <a:srgbClr val="000000"/>
                </a:solidFill>
                <a:latin typeface="docs-Calibri"/>
              </a:rPr>
              <a:t>Output File</a:t>
            </a:r>
          </a:p>
          <a:p>
            <a:r>
              <a:rPr lang="en-US">
                <a:solidFill>
                  <a:srgbClr val="000000"/>
                </a:solidFill>
                <a:latin typeface="docs-Calibri"/>
              </a:rPr>
              <a:t>Program Examples</a:t>
            </a:r>
          </a:p>
          <a:p>
            <a:r>
              <a:rPr lang="en-US">
                <a:solidFill>
                  <a:srgbClr val="000000"/>
                </a:solidFill>
                <a:latin typeface="docs-Calibri"/>
              </a:rPr>
              <a:t>Exercise</a:t>
            </a:r>
            <a:endParaRPr lang="en-US" dirty="0">
              <a:solidFill>
                <a:srgbClr val="000000"/>
              </a:solidFill>
              <a:latin typeface="docs-Calibri"/>
            </a:endParaRPr>
          </a:p>
          <a:p>
            <a:endParaRPr lang="en-US" dirty="0">
              <a:solidFill>
                <a:srgbClr val="000000"/>
              </a:solidFill>
              <a:latin typeface="docs-Calibri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docs-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F2148-EA34-6CC1-5DF7-5CDE03A78EB0}"/>
              </a:ext>
            </a:extLst>
          </p:cNvPr>
          <p:cNvSpPr txBox="1"/>
          <p:nvPr/>
        </p:nvSpPr>
        <p:spPr>
          <a:xfrm>
            <a:off x="7203972" y="1958556"/>
            <a:ext cx="5205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Materi Basic Programming in C - File Processing </a:t>
            </a:r>
          </a:p>
          <a:p>
            <a:r>
              <a:rPr lang="en-US">
                <a:hlinkClick r:id="rId3"/>
              </a:rPr>
              <a:t>http://bit.ly/3Guoopf</a:t>
            </a:r>
            <a:endParaRPr lang="en-US"/>
          </a:p>
        </p:txBody>
      </p:sp>
      <p:pic>
        <p:nvPicPr>
          <p:cNvPr id="1026" name="Picture 2" descr="QR Code">
            <a:extLst>
              <a:ext uri="{FF2B5EF4-FFF2-40B4-BE49-F238E27FC236}">
                <a16:creationId xmlns:a16="http://schemas.microsoft.com/office/drawing/2014/main" id="{DEFC52A3-5D6D-B3B9-63AF-3CA259441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972" y="2604887"/>
            <a:ext cx="3448594" cy="3448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12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itchFamily="34" charset="0"/>
                <a:cs typeface="Tahoma" pitchFamily="34" charset="0"/>
              </a:rPr>
              <a:t>Files and Streams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43AEEF-6BD3-5D5D-62FC-1C96FF22898E}"/>
              </a:ext>
            </a:extLst>
          </p:cNvPr>
          <p:cNvGrpSpPr/>
          <p:nvPr/>
        </p:nvGrpSpPr>
        <p:grpSpPr>
          <a:xfrm>
            <a:off x="3145523" y="1888841"/>
            <a:ext cx="5900954" cy="3914763"/>
            <a:chOff x="2937692" y="1777902"/>
            <a:chExt cx="7656286" cy="4857997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BD1BE989-3354-7CB2-4BFE-F0DC650481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7692" y="1777902"/>
              <a:ext cx="7656286" cy="48579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251FC4-C269-02A3-98EF-8F8F92DE6809}"/>
                </a:ext>
              </a:extLst>
            </p:cNvPr>
            <p:cNvSpPr txBox="1"/>
            <p:nvPr/>
          </p:nvSpPr>
          <p:spPr>
            <a:xfrm>
              <a:off x="4053114" y="4030460"/>
              <a:ext cx="1101770" cy="4763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id-ID" sz="1800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stdin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BC01A3-EA92-31BB-8CE2-B8D2469CD356}"/>
                </a:ext>
              </a:extLst>
            </p:cNvPr>
            <p:cNvSpPr txBox="1"/>
            <p:nvPr/>
          </p:nvSpPr>
          <p:spPr>
            <a:xfrm>
              <a:off x="8737600" y="3953576"/>
              <a:ext cx="1407156" cy="8020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id-ID" sz="1800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stdout</a:t>
              </a:r>
            </a:p>
            <a:p>
              <a: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id-ID" sz="1800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stderr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A7EF02-385D-D1CC-D562-AD330C53460E}"/>
                </a:ext>
              </a:extLst>
            </p:cNvPr>
            <p:cNvSpPr txBox="1"/>
            <p:nvPr/>
          </p:nvSpPr>
          <p:spPr>
            <a:xfrm>
              <a:off x="7543799" y="5333180"/>
              <a:ext cx="1193801" cy="458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FILE</a:t>
              </a:r>
              <a:endParaRPr lang="en-US" dirty="0"/>
            </a:p>
          </p:txBody>
        </p:sp>
      </p:grpSp>
      <p:sp>
        <p:nvSpPr>
          <p:cNvPr id="9" name="TextBox 8">
            <a:hlinkClick r:id="rId4"/>
            <a:extLst>
              <a:ext uri="{FF2B5EF4-FFF2-40B4-BE49-F238E27FC236}">
                <a16:creationId xmlns:a16="http://schemas.microsoft.com/office/drawing/2014/main" id="{1E886A1A-4824-ECD8-3102-56298DF83934}"/>
              </a:ext>
            </a:extLst>
          </p:cNvPr>
          <p:cNvSpPr txBox="1"/>
          <p:nvPr/>
        </p:nvSpPr>
        <p:spPr>
          <a:xfrm>
            <a:off x="7482791" y="5743668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linkClick r:id="rId4"/>
              </a:rPr>
              <a:t>Sumber</a:t>
            </a:r>
            <a:r>
              <a:rPr lang="en-US">
                <a:hlinkClick r:id="rId4"/>
              </a:rPr>
              <a:t> Gambar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75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Files and Streams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DEA0C-2504-4314-1AE7-1A668145BEBF}"/>
              </a:ext>
            </a:extLst>
          </p:cNvPr>
          <p:cNvSpPr txBox="1"/>
          <p:nvPr/>
        </p:nvSpPr>
        <p:spPr>
          <a:xfrm>
            <a:off x="1451578" y="2039389"/>
            <a:ext cx="9495095" cy="252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Tahoma" pitchFamily="34" charset="0"/>
                <a:cs typeface="Tahoma" pitchFamily="34" charset="0"/>
              </a:rPr>
              <a:t>When a C program run, there are three (3) standard streams activated: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Tahoma" pitchFamily="34" charset="0"/>
                <a:cs typeface="Tahoma" pitchFamily="34" charset="0"/>
              </a:rPr>
              <a:t>1. </a:t>
            </a:r>
            <a:r>
              <a:rPr lang="en-GB" b="1">
                <a:latin typeface="Tahoma" pitchFamily="34" charset="0"/>
                <a:cs typeface="Tahoma" pitchFamily="34" charset="0"/>
              </a:rPr>
              <a:t>Standard Input Stream</a:t>
            </a:r>
            <a:endParaRPr lang="en-GB">
              <a:latin typeface="Tahoma" pitchFamily="34" charset="0"/>
              <a:cs typeface="Tahoma" pitchFamily="34" charset="0"/>
            </a:endParaRP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Tahoma" pitchFamily="34" charset="0"/>
                <a:cs typeface="Tahoma" pitchFamily="34" charset="0"/>
              </a:rPr>
              <a:t>    Controlling input stream from keyboard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Tahoma" pitchFamily="34" charset="0"/>
                <a:cs typeface="Tahoma" pitchFamily="34" charset="0"/>
              </a:rPr>
              <a:t>2. </a:t>
            </a:r>
            <a:r>
              <a:rPr lang="en-GB" b="1">
                <a:latin typeface="Tahoma" pitchFamily="34" charset="0"/>
                <a:cs typeface="Tahoma" pitchFamily="34" charset="0"/>
              </a:rPr>
              <a:t>Standard Output Stream</a:t>
            </a:r>
            <a:r>
              <a:rPr lang="en-GB">
                <a:latin typeface="Tahoma" pitchFamily="34" charset="0"/>
                <a:cs typeface="Tahoma" pitchFamily="34" charset="0"/>
              </a:rPr>
              <a:t> 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Tahoma" pitchFamily="34" charset="0"/>
                <a:cs typeface="Tahoma" pitchFamily="34" charset="0"/>
              </a:rPr>
              <a:t>    Controlling output stream to the monitor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Tahoma" pitchFamily="34" charset="0"/>
                <a:cs typeface="Tahoma" pitchFamily="34" charset="0"/>
              </a:rPr>
              <a:t>3. </a:t>
            </a:r>
            <a:r>
              <a:rPr lang="en-GB" b="1">
                <a:latin typeface="Tahoma" pitchFamily="34" charset="0"/>
                <a:cs typeface="Tahoma" pitchFamily="34" charset="0"/>
              </a:rPr>
              <a:t>Standard Error Stream</a:t>
            </a:r>
            <a:r>
              <a:rPr lang="en-GB">
                <a:latin typeface="Tahoma" pitchFamily="34" charset="0"/>
                <a:cs typeface="Tahoma" pitchFamily="34" charset="0"/>
              </a:rPr>
              <a:t> 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Tahoma" pitchFamily="34" charset="0"/>
                <a:cs typeface="Tahoma" pitchFamily="34" charset="0"/>
              </a:rPr>
              <a:t>    Controlling the error messaging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>
              <a:latin typeface="Tahoma" pitchFamily="34" charset="0"/>
              <a:cs typeface="Tahoma" pitchFamily="34" charset="0"/>
            </a:endParaRPr>
          </a:p>
          <a:p>
            <a:pPr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latin typeface="Tahoma" pitchFamily="34" charset="0"/>
                <a:cs typeface="Tahoma" pitchFamily="34" charset="0"/>
              </a:rPr>
              <a:t>Each stream associated with a file.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D0DA9B-A3CF-D679-FB51-403916BAA06B}"/>
              </a:ext>
            </a:extLst>
          </p:cNvPr>
          <p:cNvGrpSpPr/>
          <p:nvPr/>
        </p:nvGrpSpPr>
        <p:grpSpPr>
          <a:xfrm>
            <a:off x="6096000" y="3738905"/>
            <a:ext cx="5619750" cy="2408238"/>
            <a:chOff x="1828800" y="3352800"/>
            <a:chExt cx="5619750" cy="2408238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47014DB6-8547-1B90-2665-F82938CA5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3352800"/>
              <a:ext cx="3529013" cy="12017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id-ID" sz="24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Standard input stream</a:t>
              </a:r>
            </a:p>
            <a:p>
              <a: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id-ID" sz="24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Standard output stream</a:t>
              </a:r>
            </a:p>
            <a:p>
              <a: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id-ID" sz="24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Standard error stream</a:t>
              </a:r>
            </a:p>
          </p:txBody>
        </p:sp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17116370-EFF1-B1DA-75DE-E4CD05364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7875" y="3352800"/>
              <a:ext cx="1304925" cy="12017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id-ID" sz="2400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stdin</a:t>
              </a:r>
            </a:p>
            <a:p>
              <a: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id-ID" sz="2400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stdout</a:t>
              </a:r>
            </a:p>
            <a:p>
              <a: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id-ID" sz="2400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stderr</a:t>
              </a: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793C9B04-E76D-C6F3-41DA-7ED642BAE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263" y="5297488"/>
              <a:ext cx="1146175" cy="4635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id-ID" sz="24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Stream</a:t>
              </a: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41A57451-94FC-8CD8-7DDC-E1CE1A315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9450" y="5273675"/>
              <a:ext cx="1689100" cy="4603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id-ID" sz="24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File pointer</a:t>
              </a:r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id="{CD66AC4A-B965-B878-8C9A-A7623AF5B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038" y="4648200"/>
              <a:ext cx="358775" cy="576263"/>
            </a:xfrm>
            <a:prstGeom prst="upArrow">
              <a:avLst>
                <a:gd name="adj1" fmla="val 50000"/>
                <a:gd name="adj2" fmla="val 40155"/>
              </a:avLst>
            </a:prstGeom>
            <a:solidFill>
              <a:srgbClr val="FFFF0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7" name="AutoShape 8">
              <a:extLst>
                <a:ext uri="{FF2B5EF4-FFF2-40B4-BE49-F238E27FC236}">
                  <a16:creationId xmlns:a16="http://schemas.microsoft.com/office/drawing/2014/main" id="{C040CB8C-B440-00B1-7C75-26C6EF9C4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1413" y="4648200"/>
              <a:ext cx="358775" cy="576263"/>
            </a:xfrm>
            <a:prstGeom prst="upArrow">
              <a:avLst>
                <a:gd name="adj1" fmla="val 50000"/>
                <a:gd name="adj2" fmla="val 40155"/>
              </a:avLst>
            </a:prstGeom>
            <a:solidFill>
              <a:srgbClr val="FFFF0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3BE0477-39A0-3E8C-97A6-7E149DBB6C78}"/>
              </a:ext>
            </a:extLst>
          </p:cNvPr>
          <p:cNvSpPr txBox="1"/>
          <p:nvPr/>
        </p:nvSpPr>
        <p:spPr>
          <a:xfrm>
            <a:off x="6045520" y="2641906"/>
            <a:ext cx="6106884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Opening a file ordering a pointer returned to the</a:t>
            </a:r>
            <a:r>
              <a:rPr lang="en-US">
                <a:latin typeface="Tahoma" pitchFamily="34" charset="0"/>
                <a:cs typeface="Tahoma" pitchFamily="34" charset="0"/>
              </a:rPr>
              <a:t> </a:t>
            </a:r>
            <a:r>
              <a:rPr lang="id-ID">
                <a:latin typeface="Tahoma" pitchFamily="34" charset="0"/>
                <a:cs typeface="Tahoma" pitchFamily="34" charset="0"/>
              </a:rPr>
              <a:t>initiator. The Pointer is pointing to a data structure with </a:t>
            </a:r>
            <a:r>
              <a:rPr lang="id-ID" b="1">
                <a:latin typeface="Tahoma" pitchFamily="34" charset="0"/>
                <a:cs typeface="Tahoma" pitchFamily="34" charset="0"/>
              </a:rPr>
              <a:t>FILE</a:t>
            </a:r>
            <a:r>
              <a:rPr lang="id-ID">
                <a:latin typeface="Tahoma" pitchFamily="34" charset="0"/>
                <a:cs typeface="Tahoma" pitchFamily="34" charset="0"/>
              </a:rPr>
              <a:t> type defined in </a:t>
            </a:r>
            <a:r>
              <a:rPr lang="id-ID" b="1">
                <a:latin typeface="Courier New" pitchFamily="49" charset="0"/>
                <a:ea typeface="Tahoma" pitchFamily="34" charset="0"/>
                <a:cs typeface="Courier New" pitchFamily="49" charset="0"/>
              </a:rPr>
              <a:t>stdio.h</a:t>
            </a:r>
          </a:p>
        </p:txBody>
      </p:sp>
    </p:spTree>
    <p:extLst>
      <p:ext uri="{BB962C8B-B14F-4D97-AF65-F5344CB8AC3E}">
        <p14:creationId xmlns:p14="http://schemas.microsoft.com/office/powerpoint/2010/main" val="216135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Files and Streams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DEA0C-2504-4314-1AE7-1A668145BEBF}"/>
              </a:ext>
            </a:extLst>
          </p:cNvPr>
          <p:cNvSpPr txBox="1"/>
          <p:nvPr/>
        </p:nvSpPr>
        <p:spPr>
          <a:xfrm>
            <a:off x="1451579" y="2039389"/>
            <a:ext cx="4006686" cy="220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8188" lvl="1" indent="-280988">
              <a:spcBef>
                <a:spcPts val="7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b="1">
                <a:latin typeface="Tahoma" pitchFamily="34" charset="0"/>
                <a:cs typeface="Tahoma" pitchFamily="34" charset="0"/>
              </a:rPr>
              <a:t>File Definition</a:t>
            </a:r>
          </a:p>
          <a:p>
            <a:pPr marL="742950" lvl="1" indent="-285750"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en-US" sz="1800">
              <a:latin typeface="Tahoma" pitchFamily="34" charset="0"/>
              <a:cs typeface="Tahoma" pitchFamily="34" charset="0"/>
            </a:endParaRPr>
          </a:p>
          <a:p>
            <a:pPr marL="742950" lvl="1" indent="-285750"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800">
                <a:latin typeface="Tahoma" pitchFamily="34" charset="0"/>
                <a:cs typeface="Tahoma" pitchFamily="34" charset="0"/>
              </a:rPr>
              <a:t>File is a collection of record</a:t>
            </a:r>
          </a:p>
          <a:p>
            <a:pPr marL="742950" lvl="1" indent="-285750"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800">
                <a:latin typeface="Tahoma" pitchFamily="34" charset="0"/>
                <a:cs typeface="Tahoma" pitchFamily="34" charset="0"/>
              </a:rPr>
              <a:t>Record is a collection of field</a:t>
            </a:r>
          </a:p>
          <a:p>
            <a:pPr marL="742950" lvl="1" indent="-285750"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800">
                <a:latin typeface="Tahoma" pitchFamily="34" charset="0"/>
                <a:cs typeface="Tahoma" pitchFamily="34" charset="0"/>
              </a:rPr>
              <a:t>Field is a block of byte</a:t>
            </a:r>
          </a:p>
          <a:p>
            <a:pPr marL="742950" lvl="1" indent="-285750"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800">
                <a:latin typeface="Tahoma" pitchFamily="34" charset="0"/>
                <a:cs typeface="Tahoma" pitchFamily="34" charset="0"/>
              </a:rPr>
              <a:t>Byte is collection of bit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A83ADB-A1C8-677F-EFEC-2CA0C665C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754" y="1964817"/>
            <a:ext cx="57531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285EF3-1A6A-8A37-40F8-E7F0345A12E6}"/>
              </a:ext>
            </a:extLst>
          </p:cNvPr>
          <p:cNvSpPr txBox="1"/>
          <p:nvPr/>
        </p:nvSpPr>
        <p:spPr>
          <a:xfrm>
            <a:off x="9337717" y="5698617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4"/>
              </a:rPr>
              <a:t>Sumber Gambar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49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Files and Streams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BEE2F-846D-28B4-1BAA-6CA6F33E92BC}"/>
              </a:ext>
            </a:extLst>
          </p:cNvPr>
          <p:cNvSpPr txBox="1"/>
          <p:nvPr/>
        </p:nvSpPr>
        <p:spPr>
          <a:xfrm>
            <a:off x="1303019" y="2142539"/>
            <a:ext cx="88337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id-ID" sz="18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int level;			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	</a:t>
            </a: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// fill/empty level of buffer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unsigned flags;		 	// File status flags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char fd;				 	// File descriptor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unsigned char hold;	 	// Unget char if no buffer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int bsize;				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// Buffer size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unsigned char *buffer;	// Data transfer buffer 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unsigned char *curp;		// Current active pointer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unsigned istemp;			// Temporary file indicator   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short token;				//Used for validity checking </a:t>
            </a:r>
          </a:p>
          <a:p>
            <a:pPr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  </a:t>
            </a:r>
            <a:r>
              <a:rPr lang="id-ID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FILE</a:t>
            </a:r>
            <a:r>
              <a:rPr lang="id-ID" sz="18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    </a:t>
            </a:r>
          </a:p>
        </p:txBody>
      </p:sp>
    </p:spTree>
    <p:extLst>
      <p:ext uri="{BB962C8B-B14F-4D97-AF65-F5344CB8AC3E}">
        <p14:creationId xmlns:p14="http://schemas.microsoft.com/office/powerpoint/2010/main" val="1302263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Files and Streams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BEE2F-846D-28B4-1BAA-6CA6F33E92BC}"/>
              </a:ext>
            </a:extLst>
          </p:cNvPr>
          <p:cNvSpPr txBox="1"/>
          <p:nvPr/>
        </p:nvSpPr>
        <p:spPr>
          <a:xfrm>
            <a:off x="1303019" y="2142539"/>
            <a:ext cx="8833757" cy="208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 b="1">
                <a:latin typeface="Tahoma" pitchFamily="34" charset="0"/>
                <a:cs typeface="Tahoma" pitchFamily="34" charset="0"/>
              </a:rPr>
              <a:t>TEXT</a:t>
            </a:r>
            <a:r>
              <a:rPr lang="id-ID" sz="1800">
                <a:latin typeface="Tahoma" pitchFamily="34" charset="0"/>
                <a:cs typeface="Tahoma" pitchFamily="34" charset="0"/>
              </a:rPr>
              <a:t> </a:t>
            </a:r>
            <a:r>
              <a:rPr lang="id-ID" sz="1800" b="1">
                <a:latin typeface="Tahoma" pitchFamily="34" charset="0"/>
                <a:cs typeface="Tahoma" pitchFamily="34" charset="0"/>
              </a:rPr>
              <a:t>FILE </a:t>
            </a:r>
            <a:r>
              <a:rPr lang="id-ID" sz="1800">
                <a:latin typeface="Tahoma" pitchFamily="34" charset="0"/>
                <a:cs typeface="Tahoma" pitchFamily="34" charset="0"/>
              </a:rPr>
              <a:t>saved in a text format or </a:t>
            </a:r>
            <a:r>
              <a:rPr lang="id-ID" sz="1800" b="1">
                <a:latin typeface="Tahoma" pitchFamily="34" charset="0"/>
                <a:cs typeface="Tahoma" pitchFamily="34" charset="0"/>
              </a:rPr>
              <a:t>ASCII File</a:t>
            </a:r>
            <a:endParaRPr lang="id-ID" sz="1800">
              <a:latin typeface="Tahoma" pitchFamily="34" charset="0"/>
              <a:cs typeface="Tahoma" pitchFamily="34" charset="0"/>
            </a:endParaRPr>
          </a:p>
          <a:p>
            <a:pPr>
              <a:lnSpc>
                <a:spcPct val="90000"/>
              </a:lnSpc>
              <a:buFont typeface="Tahoma" pitchFamily="34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latin typeface="Tahoma" pitchFamily="34" charset="0"/>
                <a:cs typeface="Tahoma" pitchFamily="34" charset="0"/>
              </a:rPr>
              <a:t>Storage size depends on its data: 10000 needs 5 byte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latin typeface="Tahoma" pitchFamily="34" charset="0"/>
                <a:cs typeface="Tahoma" pitchFamily="34" charset="0"/>
              </a:rPr>
              <a:t>Can be open using standard text editor application</a:t>
            </a:r>
          </a:p>
          <a:p>
            <a:pPr>
              <a:lnSpc>
                <a:spcPct val="90000"/>
              </a:lnSpc>
              <a:buFont typeface="Tahoma" pitchFamily="34" charset="0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>
                <a:latin typeface="Tahoma" pitchFamily="34" charset="0"/>
                <a:cs typeface="Tahoma" pitchFamily="34" charset="0"/>
              </a:rPr>
              <a:t>or c:&gt;TYPE file_name</a:t>
            </a:r>
          </a:p>
          <a:p>
            <a:pPr>
              <a:lnSpc>
                <a:spcPct val="9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1800">
              <a:latin typeface="Tahoma" pitchFamily="34" charset="0"/>
              <a:cs typeface="Tahoma" pitchFamily="34" charset="0"/>
            </a:endParaRPr>
          </a:p>
          <a:p>
            <a:pPr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800" b="1">
                <a:latin typeface="Tahoma" pitchFamily="34" charset="0"/>
                <a:cs typeface="Tahoma" pitchFamily="34" charset="0"/>
              </a:rPr>
              <a:t>BINARY FILE </a:t>
            </a:r>
            <a:r>
              <a:rPr lang="id-ID" sz="1800">
                <a:latin typeface="Tahoma" pitchFamily="34" charset="0"/>
                <a:cs typeface="Tahoma" pitchFamily="34" charset="0"/>
              </a:rPr>
              <a:t>storing numerical data in affixed format in line with micro-processor format definition (example: format sign-magnitude 2’s complement).</a:t>
            </a:r>
          </a:p>
          <a:p>
            <a:pPr>
              <a:lnSpc>
                <a:spcPct val="9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1800" dirty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8C63D05-F932-4759-D2AF-B129FB8B6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110" y="4117444"/>
            <a:ext cx="4449955" cy="235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68DE8B-59AC-6E87-68DF-6446C55CCDC7}"/>
              </a:ext>
            </a:extLst>
          </p:cNvPr>
          <p:cNvSpPr txBox="1"/>
          <p:nvPr/>
        </p:nvSpPr>
        <p:spPr>
          <a:xfrm>
            <a:off x="10136776" y="6475388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4"/>
              </a:rPr>
              <a:t>Sumber Gambar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71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Buffer Area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BEE2F-846D-28B4-1BAA-6CA6F33E92BC}"/>
              </a:ext>
            </a:extLst>
          </p:cNvPr>
          <p:cNvSpPr txBox="1"/>
          <p:nvPr/>
        </p:nvSpPr>
        <p:spPr>
          <a:xfrm>
            <a:off x="1303019" y="2142539"/>
            <a:ext cx="8833757" cy="2689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8138" indent="-338138">
              <a:lnSpc>
                <a:spcPct val="90000"/>
              </a:lnSpc>
              <a:spcBef>
                <a:spcPts val="8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>
                <a:latin typeface="Tahoma" pitchFamily="34" charset="0"/>
                <a:cs typeface="Tahoma" pitchFamily="34" charset="0"/>
              </a:rPr>
              <a:t>Buffer area is part of the memory used as a temporary space before data moved to a file.</a:t>
            </a:r>
          </a:p>
          <a:p>
            <a:pPr marL="338138" indent="-338138">
              <a:lnSpc>
                <a:spcPct val="90000"/>
              </a:lnSpc>
              <a:spcBef>
                <a:spcPts val="8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en-US">
              <a:latin typeface="Tahoma" pitchFamily="34" charset="0"/>
              <a:cs typeface="Tahoma" pitchFamily="34" charset="0"/>
            </a:endParaRPr>
          </a:p>
          <a:p>
            <a:pPr marL="338138" indent="-338138">
              <a:lnSpc>
                <a:spcPct val="90000"/>
              </a:lnSpc>
              <a:spcBef>
                <a:spcPts val="8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>
                <a:latin typeface="Tahoma" pitchFamily="34" charset="0"/>
                <a:cs typeface="Tahoma" pitchFamily="34" charset="0"/>
              </a:rPr>
              <a:t>Syntax:</a:t>
            </a:r>
          </a:p>
          <a:p>
            <a:pPr marL="338138" indent="-338138">
              <a:lnSpc>
                <a:spcPct val="90000"/>
              </a:lnSpc>
              <a:spcBef>
                <a:spcPts val="70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b="1">
                <a:latin typeface="Tahoma" pitchFamily="34" charset="0"/>
                <a:cs typeface="Tahoma" pitchFamily="34" charset="0"/>
              </a:rPr>
              <a:t>			FILE </a:t>
            </a:r>
            <a:r>
              <a:rPr lang="id-ID" b="1">
                <a:latin typeface="Tahoma" pitchFamily="34" charset="0"/>
                <a:cs typeface="Tahoma" pitchFamily="34" charset="0"/>
              </a:rPr>
              <a:t>*fp;</a:t>
            </a:r>
          </a:p>
          <a:p>
            <a:pPr marL="338138" indent="-338138">
              <a:lnSpc>
                <a:spcPct val="90000"/>
              </a:lnSpc>
              <a:spcBef>
                <a:spcPts val="80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 	Where fp</a:t>
            </a:r>
            <a:r>
              <a:rPr lang="en-US">
                <a:latin typeface="Tahoma" pitchFamily="34" charset="0"/>
                <a:cs typeface="Tahoma" pitchFamily="34" charset="0"/>
              </a:rPr>
              <a:t> is a file pointer pointing to the start of the buffer area.</a:t>
            </a:r>
          </a:p>
          <a:p>
            <a:pPr marL="338138" indent="-338138">
              <a:lnSpc>
                <a:spcPct val="90000"/>
              </a:lnSpc>
              <a:spcBef>
                <a:spcPts val="80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en-US">
              <a:latin typeface="Tahoma" pitchFamily="34" charset="0"/>
              <a:cs typeface="Tahoma" pitchFamily="34" charset="0"/>
            </a:endParaRPr>
          </a:p>
          <a:p>
            <a:pPr marL="338138" indent="-338138">
              <a:lnSpc>
                <a:spcPct val="90000"/>
              </a:lnSpc>
              <a:spcBef>
                <a:spcPts val="8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>
                <a:latin typeface="Tahoma" pitchFamily="34" charset="0"/>
                <a:cs typeface="Tahoma" pitchFamily="34" charset="0"/>
              </a:rPr>
              <a:t>Also known as stream pointer.</a:t>
            </a:r>
            <a:endParaRPr lang="id-ID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AB42AC-C5FA-3126-183E-F3D4CBAD4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101" y="3429000"/>
            <a:ext cx="3498770" cy="232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89DEE2E-23E2-B535-3A0E-10D987CA395A}"/>
              </a:ext>
            </a:extLst>
          </p:cNvPr>
          <p:cNvSpPr/>
          <p:nvPr/>
        </p:nvSpPr>
        <p:spPr>
          <a:xfrm>
            <a:off x="10124076" y="3499966"/>
            <a:ext cx="632824" cy="9323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0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Open File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CF426-A252-CF66-539D-4110B560DED7}"/>
              </a:ext>
            </a:extLst>
          </p:cNvPr>
          <p:cNvSpPr txBox="1"/>
          <p:nvPr/>
        </p:nvSpPr>
        <p:spPr>
          <a:xfrm>
            <a:off x="1451579" y="2046217"/>
            <a:ext cx="7331526" cy="278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8138" indent="-33813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Opening a File using fopen():</a:t>
            </a:r>
          </a:p>
          <a:p>
            <a:pPr marL="338138" indent="-338138">
              <a:spcBef>
                <a:spcPts val="50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	</a:t>
            </a:r>
            <a:r>
              <a:rPr lang="id-ID" sz="1600" b="1">
                <a:latin typeface="Courier New" pitchFamily="49" charset="0"/>
                <a:ea typeface="Tahoma" pitchFamily="34" charset="0"/>
                <a:cs typeface="Courier New" pitchFamily="49" charset="0"/>
              </a:rPr>
              <a:t>FILE *fopen (const char *</a:t>
            </a:r>
            <a:r>
              <a:rPr lang="id-ID" sz="1600" b="1" i="1">
                <a:latin typeface="Courier New" pitchFamily="49" charset="0"/>
                <a:ea typeface="Tahoma" pitchFamily="34" charset="0"/>
                <a:cs typeface="Courier New" pitchFamily="49" charset="0"/>
              </a:rPr>
              <a:t>filename</a:t>
            </a:r>
            <a:r>
              <a:rPr lang="id-ID" sz="1600" b="1">
                <a:latin typeface="Courier New" pitchFamily="49" charset="0"/>
                <a:ea typeface="Tahoma" pitchFamily="34" charset="0"/>
                <a:cs typeface="Courier New" pitchFamily="49" charset="0"/>
              </a:rPr>
              <a:t>, const char *</a:t>
            </a:r>
            <a:r>
              <a:rPr lang="id-ID" sz="1600" b="1" i="1">
                <a:latin typeface="Courier New" pitchFamily="49" charset="0"/>
                <a:ea typeface="Tahoma" pitchFamily="34" charset="0"/>
                <a:cs typeface="Courier New" pitchFamily="49" charset="0"/>
              </a:rPr>
              <a:t>mode</a:t>
            </a:r>
            <a:r>
              <a:rPr lang="id-ID" sz="1600" b="1">
                <a:latin typeface="Courier New" pitchFamily="49" charset="0"/>
                <a:ea typeface="Tahoma" pitchFamily="34" charset="0"/>
                <a:cs typeface="Courier New" pitchFamily="49" charset="0"/>
              </a:rPr>
              <a:t> );</a:t>
            </a:r>
            <a:endParaRPr lang="id-ID" b="1">
              <a:latin typeface="Courier New" pitchFamily="49" charset="0"/>
              <a:ea typeface="Tahoma" pitchFamily="34" charset="0"/>
              <a:cs typeface="Courier New" pitchFamily="49" charset="0"/>
            </a:endParaRPr>
          </a:p>
          <a:p>
            <a:pPr marL="338138" indent="-338138">
              <a:spcBef>
                <a:spcPts val="50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id-ID">
              <a:latin typeface="Tahoma" pitchFamily="34" charset="0"/>
              <a:cs typeface="Tahoma" pitchFamily="34" charset="0"/>
            </a:endParaRPr>
          </a:p>
          <a:p>
            <a:pPr marL="338138" indent="-33813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 b="1">
                <a:latin typeface="Courier New" pitchFamily="49" charset="0"/>
                <a:cs typeface="Tahoma" pitchFamily="34" charset="0"/>
              </a:rPr>
              <a:t>fopen() </a:t>
            </a:r>
            <a:r>
              <a:rPr lang="id-ID">
                <a:latin typeface="Tahoma" pitchFamily="34" charset="0"/>
                <a:cs typeface="Tahoma" pitchFamily="34" charset="0"/>
              </a:rPr>
              <a:t>defined at </a:t>
            </a:r>
            <a:r>
              <a:rPr lang="id-ID" b="1">
                <a:latin typeface="Courier New" pitchFamily="49" charset="0"/>
                <a:cs typeface="Tahoma" pitchFamily="34" charset="0"/>
              </a:rPr>
              <a:t>&lt;stdio.h&gt;</a:t>
            </a: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id-ID">
              <a:latin typeface="Tahoma" pitchFamily="34" charset="0"/>
              <a:cs typeface="Tahoma" pitchFamily="34" charset="0"/>
            </a:endParaRPr>
          </a:p>
          <a:p>
            <a:pPr marL="338138" indent="-33813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 b="1">
                <a:latin typeface="Courier New" pitchFamily="49" charset="0"/>
                <a:cs typeface="Tahoma" pitchFamily="34" charset="0"/>
              </a:rPr>
              <a:t>fopen() </a:t>
            </a:r>
            <a:r>
              <a:rPr lang="id-ID">
                <a:latin typeface="Tahoma" pitchFamily="34" charset="0"/>
                <a:cs typeface="Tahoma" pitchFamily="34" charset="0"/>
              </a:rPr>
              <a:t>return a pointer to the start of a buffer area. Null will be returned if file unable to open.</a:t>
            </a: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id-ID">
              <a:latin typeface="Tahoma" pitchFamily="34" charset="0"/>
              <a:cs typeface="Tahoma" pitchFamily="34" charset="0"/>
            </a:endParaRPr>
          </a:p>
          <a:p>
            <a:pPr marL="338138" indent="-338138">
              <a:lnSpc>
                <a:spcPct val="90000"/>
              </a:lnSpc>
              <a:spcBef>
                <a:spcPts val="8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id-ID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DCEBA9-34C8-3084-CE79-CE4A26458BF2}"/>
              </a:ext>
            </a:extLst>
          </p:cNvPr>
          <p:cNvSpPr txBox="1"/>
          <p:nvPr/>
        </p:nvSpPr>
        <p:spPr>
          <a:xfrm>
            <a:off x="6096000" y="3989866"/>
            <a:ext cx="5170744" cy="202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8138" indent="-338138">
              <a:spcBef>
                <a:spcPts val="8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200">
                <a:latin typeface="Tahoma" pitchFamily="34" charset="0"/>
                <a:cs typeface="Tahoma" pitchFamily="34" charset="0"/>
              </a:rPr>
              <a:t>Possible mode value :</a:t>
            </a:r>
          </a:p>
          <a:p>
            <a:pPr marL="338138" indent="-338138">
              <a:spcBef>
                <a:spcPts val="70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200">
                <a:latin typeface="Tahoma" pitchFamily="34" charset="0"/>
                <a:cs typeface="Tahoma" pitchFamily="34" charset="0"/>
              </a:rPr>
              <a:t>    </a:t>
            </a:r>
            <a:r>
              <a:rPr lang="en-US" sz="1200" b="1">
                <a:latin typeface="Tahoma" pitchFamily="34" charset="0"/>
                <a:cs typeface="Tahoma" pitchFamily="34" charset="0"/>
              </a:rPr>
              <a:t>Mode	    		Description</a:t>
            </a: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200">
                <a:latin typeface="Tahoma" pitchFamily="34" charset="0"/>
                <a:cs typeface="Tahoma" pitchFamily="34" charset="0"/>
              </a:rPr>
              <a:t>	“</a:t>
            </a:r>
            <a:r>
              <a:rPr lang="en-US" sz="1200" b="1">
                <a:latin typeface="Tahoma" pitchFamily="34" charset="0"/>
                <a:cs typeface="Tahoma" pitchFamily="34" charset="0"/>
              </a:rPr>
              <a:t>r</a:t>
            </a:r>
            <a:r>
              <a:rPr lang="en-US" sz="1200">
                <a:latin typeface="Tahoma" pitchFamily="34" charset="0"/>
                <a:cs typeface="Tahoma" pitchFamily="34" charset="0"/>
              </a:rPr>
              <a:t>”			opening a file to be read.</a:t>
            </a: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200">
                <a:latin typeface="Tahoma" pitchFamily="34" charset="0"/>
                <a:cs typeface="Tahoma" pitchFamily="34" charset="0"/>
              </a:rPr>
              <a:t>	“</a:t>
            </a:r>
            <a:r>
              <a:rPr lang="en-US" sz="1200" b="1">
                <a:latin typeface="Tahoma" pitchFamily="34" charset="0"/>
                <a:cs typeface="Tahoma" pitchFamily="34" charset="0"/>
              </a:rPr>
              <a:t>w</a:t>
            </a:r>
            <a:r>
              <a:rPr lang="en-US" sz="1200">
                <a:latin typeface="Tahoma" pitchFamily="34" charset="0"/>
                <a:cs typeface="Tahoma" pitchFamily="34" charset="0"/>
              </a:rPr>
              <a:t>”			creating a file to be written.</a:t>
            </a: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200">
                <a:latin typeface="Tahoma" pitchFamily="34" charset="0"/>
                <a:cs typeface="Tahoma" pitchFamily="34" charset="0"/>
              </a:rPr>
              <a:t>	“</a:t>
            </a:r>
            <a:r>
              <a:rPr lang="en-US" sz="1200" b="1">
                <a:latin typeface="Tahoma" pitchFamily="34" charset="0"/>
                <a:cs typeface="Tahoma" pitchFamily="34" charset="0"/>
              </a:rPr>
              <a:t>a</a:t>
            </a:r>
            <a:r>
              <a:rPr lang="en-US" sz="1200">
                <a:latin typeface="Tahoma" pitchFamily="34" charset="0"/>
                <a:cs typeface="Tahoma" pitchFamily="34" charset="0"/>
              </a:rPr>
              <a:t>”			opening a File for data append.</a:t>
            </a: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200">
                <a:latin typeface="Tahoma" pitchFamily="34" charset="0"/>
                <a:cs typeface="Tahoma" pitchFamily="34" charset="0"/>
              </a:rPr>
              <a:t>	“</a:t>
            </a:r>
            <a:r>
              <a:rPr lang="en-US" sz="1200" b="1">
                <a:latin typeface="Tahoma" pitchFamily="34" charset="0"/>
                <a:cs typeface="Tahoma" pitchFamily="34" charset="0"/>
              </a:rPr>
              <a:t>r+</a:t>
            </a:r>
            <a:r>
              <a:rPr lang="en-US" sz="1200">
                <a:latin typeface="Tahoma" pitchFamily="34" charset="0"/>
                <a:cs typeface="Tahoma" pitchFamily="34" charset="0"/>
              </a:rPr>
              <a:t>”			opening a File for read/write.</a:t>
            </a: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200">
                <a:latin typeface="Tahoma" pitchFamily="34" charset="0"/>
                <a:cs typeface="Tahoma" pitchFamily="34" charset="0"/>
              </a:rPr>
              <a:t>	“</a:t>
            </a:r>
            <a:r>
              <a:rPr lang="en-US" sz="1200" b="1">
                <a:latin typeface="Tahoma" pitchFamily="34" charset="0"/>
                <a:cs typeface="Tahoma" pitchFamily="34" charset="0"/>
              </a:rPr>
              <a:t>w+</a:t>
            </a:r>
            <a:r>
              <a:rPr lang="en-US" sz="1200">
                <a:latin typeface="Tahoma" pitchFamily="34" charset="0"/>
                <a:cs typeface="Tahoma" pitchFamily="34" charset="0"/>
              </a:rPr>
              <a:t>”			creating file for read/write.</a:t>
            </a: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200">
                <a:latin typeface="Tahoma" pitchFamily="34" charset="0"/>
                <a:cs typeface="Tahoma" pitchFamily="34" charset="0"/>
              </a:rPr>
              <a:t>	“</a:t>
            </a:r>
            <a:r>
              <a:rPr lang="en-US" sz="1200" b="1">
                <a:latin typeface="Tahoma" pitchFamily="34" charset="0"/>
                <a:cs typeface="Tahoma" pitchFamily="34" charset="0"/>
              </a:rPr>
              <a:t>a+</a:t>
            </a:r>
            <a:r>
              <a:rPr lang="en-US" sz="1200">
                <a:latin typeface="Tahoma" pitchFamily="34" charset="0"/>
                <a:cs typeface="Tahoma" pitchFamily="34" charset="0"/>
              </a:rPr>
              <a:t>”			opening a File for read/append</a:t>
            </a: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200">
                <a:latin typeface="Tahoma" pitchFamily="34" charset="0"/>
                <a:cs typeface="Tahoma" pitchFamily="34" charset="0"/>
              </a:rPr>
              <a:t>	</a:t>
            </a:r>
            <a:r>
              <a:rPr lang="id-ID" sz="1200" b="1">
                <a:latin typeface="Tahoma" pitchFamily="34" charset="0"/>
                <a:cs typeface="Tahoma" pitchFamily="34" charset="0"/>
              </a:rPr>
              <a:t>“rb”		</a:t>
            </a:r>
            <a:r>
              <a:rPr lang="en-US" sz="1200" b="1">
                <a:latin typeface="Tahoma" pitchFamily="34" charset="0"/>
                <a:cs typeface="Tahoma" pitchFamily="34" charset="0"/>
              </a:rPr>
              <a:t>	</a:t>
            </a:r>
            <a:r>
              <a:rPr lang="id-ID" sz="1200">
                <a:latin typeface="Tahoma" pitchFamily="34" charset="0"/>
                <a:cs typeface="Tahoma" pitchFamily="34" charset="0"/>
              </a:rPr>
              <a:t>opening a File (binary) to be read.</a:t>
            </a: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 sz="1200">
                <a:latin typeface="Tahoma" pitchFamily="34" charset="0"/>
                <a:cs typeface="Tahoma" pitchFamily="34" charset="0"/>
              </a:rPr>
              <a:t>	</a:t>
            </a:r>
            <a:r>
              <a:rPr lang="id-ID" sz="1200" b="1">
                <a:latin typeface="Tahoma" pitchFamily="34" charset="0"/>
                <a:cs typeface="Tahoma" pitchFamily="34" charset="0"/>
              </a:rPr>
              <a:t>“wb”</a:t>
            </a:r>
            <a:r>
              <a:rPr lang="en-US" sz="1200" b="1">
                <a:latin typeface="Tahoma" pitchFamily="34" charset="0"/>
                <a:cs typeface="Tahoma" pitchFamily="34" charset="0"/>
              </a:rPr>
              <a:t>			</a:t>
            </a:r>
            <a:r>
              <a:rPr lang="en-US" sz="1200">
                <a:latin typeface="Tahoma" pitchFamily="34" charset="0"/>
                <a:cs typeface="Tahoma" pitchFamily="34" charset="0"/>
              </a:rPr>
              <a:t>creating a file (binary) for write operation.</a:t>
            </a:r>
            <a:endParaRPr lang="en-US" sz="12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057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CLOSE File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CF426-A252-CF66-539D-4110B560DED7}"/>
              </a:ext>
            </a:extLst>
          </p:cNvPr>
          <p:cNvSpPr txBox="1"/>
          <p:nvPr/>
        </p:nvSpPr>
        <p:spPr>
          <a:xfrm>
            <a:off x="1451579" y="2046217"/>
            <a:ext cx="7331526" cy="2944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8138" indent="-33813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>
                <a:latin typeface="Tahoma" pitchFamily="34" charset="0"/>
                <a:cs typeface="Tahoma" pitchFamily="34" charset="0"/>
              </a:rPr>
              <a:t>Closing </a:t>
            </a:r>
            <a:r>
              <a:rPr lang="id-ID">
                <a:latin typeface="Tahoma" pitchFamily="34" charset="0"/>
                <a:cs typeface="Tahoma" pitchFamily="34" charset="0"/>
              </a:rPr>
              <a:t>a File using f</a:t>
            </a:r>
            <a:r>
              <a:rPr lang="en-US">
                <a:latin typeface="Tahoma" pitchFamily="34" charset="0"/>
                <a:cs typeface="Tahoma" pitchFamily="34" charset="0"/>
              </a:rPr>
              <a:t>close</a:t>
            </a:r>
            <a:r>
              <a:rPr lang="id-ID">
                <a:latin typeface="Tahoma" pitchFamily="34" charset="0"/>
                <a:cs typeface="Tahoma" pitchFamily="34" charset="0"/>
              </a:rPr>
              <a:t>():</a:t>
            </a: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 b="1">
                <a:latin typeface="Tahoma" pitchFamily="34" charset="0"/>
                <a:cs typeface="Tahoma" pitchFamily="34" charset="0"/>
              </a:rPr>
              <a:t>			</a:t>
            </a:r>
            <a:endParaRPr lang="en-US" b="1">
              <a:latin typeface="Tahoma" pitchFamily="34" charset="0"/>
              <a:cs typeface="Tahoma" pitchFamily="34" charset="0"/>
            </a:endParaRP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b="1">
                <a:latin typeface="Tahoma" pitchFamily="34" charset="0"/>
                <a:cs typeface="Tahoma" pitchFamily="34" charset="0"/>
              </a:rPr>
              <a:t>			</a:t>
            </a:r>
            <a:r>
              <a:rPr lang="id-ID" b="1">
                <a:latin typeface="Courier New" pitchFamily="49" charset="0"/>
                <a:ea typeface="Tahoma" pitchFamily="34" charset="0"/>
                <a:cs typeface="Courier New" pitchFamily="49" charset="0"/>
              </a:rPr>
              <a:t>int</a:t>
            </a:r>
            <a:r>
              <a:rPr lang="id-ID">
                <a:latin typeface="Courier New" pitchFamily="49" charset="0"/>
                <a:ea typeface="Tahoma" pitchFamily="34" charset="0"/>
                <a:cs typeface="Courier New" pitchFamily="49" charset="0"/>
              </a:rPr>
              <a:t> </a:t>
            </a:r>
            <a:r>
              <a:rPr lang="id-ID" b="1">
                <a:latin typeface="Courier New" pitchFamily="49" charset="0"/>
                <a:ea typeface="Tahoma" pitchFamily="34" charset="0"/>
                <a:cs typeface="Courier New" pitchFamily="49" charset="0"/>
              </a:rPr>
              <a:t>fclose (FILE</a:t>
            </a:r>
            <a:r>
              <a:rPr lang="id-ID">
                <a:latin typeface="Courier New" pitchFamily="49" charset="0"/>
                <a:ea typeface="Tahoma" pitchFamily="34" charset="0"/>
                <a:cs typeface="Courier New" pitchFamily="49" charset="0"/>
              </a:rPr>
              <a:t> </a:t>
            </a:r>
            <a:r>
              <a:rPr lang="id-ID" b="1">
                <a:latin typeface="Courier New" pitchFamily="49" charset="0"/>
                <a:ea typeface="Tahoma" pitchFamily="34" charset="0"/>
                <a:cs typeface="Courier New" pitchFamily="49" charset="0"/>
              </a:rPr>
              <a:t>*</a:t>
            </a:r>
            <a:r>
              <a:rPr lang="id-ID" i="1">
                <a:latin typeface="Courier New" pitchFamily="49" charset="0"/>
                <a:ea typeface="Tahoma" pitchFamily="34" charset="0"/>
                <a:cs typeface="Courier New" pitchFamily="49" charset="0"/>
              </a:rPr>
              <a:t>stream</a:t>
            </a:r>
            <a:r>
              <a:rPr lang="id-ID" b="1">
                <a:latin typeface="Courier New" pitchFamily="49" charset="0"/>
                <a:ea typeface="Tahoma" pitchFamily="34" charset="0"/>
                <a:cs typeface="Courier New" pitchFamily="49" charset="0"/>
              </a:rPr>
              <a:t>);</a:t>
            </a:r>
            <a:endParaRPr lang="en-US" b="1">
              <a:latin typeface="Courier New" pitchFamily="49" charset="0"/>
              <a:ea typeface="Tahoma" pitchFamily="34" charset="0"/>
              <a:cs typeface="Courier New" pitchFamily="49" charset="0"/>
            </a:endParaRPr>
          </a:p>
          <a:p>
            <a:pPr marL="338138" indent="-338138"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id-ID" b="1">
              <a:latin typeface="Courier New" pitchFamily="49" charset="0"/>
              <a:ea typeface="Tahoma" pitchFamily="34" charset="0"/>
              <a:cs typeface="Courier New" pitchFamily="49" charset="0"/>
            </a:endParaRPr>
          </a:p>
          <a:p>
            <a:pPr marL="338138" indent="-338138">
              <a:spcBef>
                <a:spcPts val="7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 b="1">
                <a:latin typeface="Courier New" pitchFamily="49" charset="0"/>
                <a:ea typeface="Tahoma" pitchFamily="34" charset="0"/>
                <a:cs typeface="Courier New" pitchFamily="49" charset="0"/>
              </a:rPr>
              <a:t>fclose() </a:t>
            </a:r>
            <a:r>
              <a:rPr lang="id-ID">
                <a:latin typeface="Tahoma" pitchFamily="34" charset="0"/>
                <a:cs typeface="Tahoma" pitchFamily="34" charset="0"/>
              </a:rPr>
              <a:t>defined at </a:t>
            </a:r>
            <a:r>
              <a:rPr lang="id-ID" b="1">
                <a:latin typeface="Courier New" pitchFamily="49" charset="0"/>
                <a:cs typeface="Tahoma" pitchFamily="34" charset="0"/>
              </a:rPr>
              <a:t>&lt;stdio.h&gt;</a:t>
            </a:r>
          </a:p>
          <a:p>
            <a:pPr marL="338138" indent="-338138">
              <a:spcBef>
                <a:spcPts val="7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 b="1">
                <a:latin typeface="Courier New" pitchFamily="49" charset="0"/>
                <a:cs typeface="Tahoma" pitchFamily="34" charset="0"/>
              </a:rPr>
              <a:t>fclose() </a:t>
            </a:r>
            <a:r>
              <a:rPr lang="id-ID">
                <a:latin typeface="Tahoma" pitchFamily="34" charset="0"/>
                <a:cs typeface="Tahoma" pitchFamily="34" charset="0"/>
              </a:rPr>
              <a:t>will return 0 if successful, and EOF if error </a:t>
            </a:r>
          </a:p>
          <a:p>
            <a:pPr marL="338138" indent="-338138">
              <a:spcBef>
                <a:spcPts val="7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EOF (End Of File) equals to  -1</a:t>
            </a:r>
          </a:p>
          <a:p>
            <a:pPr marL="338138" indent="-338138">
              <a:spcBef>
                <a:spcPts val="7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 b="1">
                <a:latin typeface="Courier New" pitchFamily="49" charset="0"/>
                <a:cs typeface="Tahoma" pitchFamily="34" charset="0"/>
              </a:rPr>
              <a:t>fclose() </a:t>
            </a:r>
            <a:r>
              <a:rPr lang="id-ID">
                <a:latin typeface="Tahoma" pitchFamily="34" charset="0"/>
                <a:cs typeface="Tahoma" pitchFamily="34" charset="0"/>
              </a:rPr>
              <a:t>will release the buffer area and immediately send the remaining data to file.</a:t>
            </a:r>
          </a:p>
        </p:txBody>
      </p:sp>
    </p:spTree>
    <p:extLst>
      <p:ext uri="{BB962C8B-B14F-4D97-AF65-F5344CB8AC3E}">
        <p14:creationId xmlns:p14="http://schemas.microsoft.com/office/powerpoint/2010/main" val="3194542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INPUT &amp; OUTPUT FILE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CF426-A252-CF66-539D-4110B560DED7}"/>
              </a:ext>
            </a:extLst>
          </p:cNvPr>
          <p:cNvSpPr txBox="1"/>
          <p:nvPr/>
        </p:nvSpPr>
        <p:spPr>
          <a:xfrm>
            <a:off x="1451579" y="2046217"/>
            <a:ext cx="7331526" cy="3826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8138" indent="-338138">
              <a:lnSpc>
                <a:spcPct val="90000"/>
              </a:lnSpc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fscanf  </a:t>
            </a:r>
            <a:r>
              <a:rPr lang="id-ID" b="1">
                <a:latin typeface="Tahoma" pitchFamily="34" charset="0"/>
                <a:cs typeface="Tahoma" pitchFamily="34" charset="0"/>
              </a:rPr>
              <a:t>(INPUT)</a:t>
            </a:r>
          </a:p>
          <a:p>
            <a:pPr marL="738188" lvl="1" indent="-280988">
              <a:lnSpc>
                <a:spcPct val="90000"/>
              </a:lnSpc>
              <a:spcBef>
                <a:spcPts val="700"/>
              </a:spcBef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Syntax:</a:t>
            </a:r>
          </a:p>
          <a:p>
            <a:pPr marL="738188" lvl="1" indent="-280988">
              <a:lnSpc>
                <a:spcPct val="90000"/>
              </a:lnSpc>
              <a:spcBef>
                <a:spcPts val="70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	</a:t>
            </a:r>
            <a:r>
              <a:rPr lang="id-ID" b="1">
                <a:latin typeface="Tahoma" pitchFamily="34" charset="0"/>
                <a:cs typeface="Tahoma" pitchFamily="34" charset="0"/>
              </a:rPr>
              <a:t>int fscanf( FILE *</a:t>
            </a:r>
            <a:r>
              <a:rPr lang="id-ID" b="1" i="1">
                <a:latin typeface="Tahoma" pitchFamily="34" charset="0"/>
                <a:cs typeface="Tahoma" pitchFamily="34" charset="0"/>
              </a:rPr>
              <a:t>stream</a:t>
            </a:r>
            <a:r>
              <a:rPr lang="id-ID" b="1">
                <a:latin typeface="Tahoma" pitchFamily="34" charset="0"/>
                <a:cs typeface="Tahoma" pitchFamily="34" charset="0"/>
              </a:rPr>
              <a:t>, const char *</a:t>
            </a:r>
            <a:r>
              <a:rPr lang="id-ID" b="1" i="1">
                <a:latin typeface="Tahoma" pitchFamily="34" charset="0"/>
                <a:cs typeface="Tahoma" pitchFamily="34" charset="0"/>
              </a:rPr>
              <a:t>format</a:t>
            </a:r>
            <a:r>
              <a:rPr lang="id-ID" b="1">
                <a:latin typeface="Tahoma" pitchFamily="34" charset="0"/>
                <a:cs typeface="Tahoma" pitchFamily="34" charset="0"/>
              </a:rPr>
              <a:t> [, </a:t>
            </a:r>
            <a:r>
              <a:rPr lang="id-ID" b="1" i="1">
                <a:latin typeface="Tahoma" pitchFamily="34" charset="0"/>
                <a:cs typeface="Tahoma" pitchFamily="34" charset="0"/>
              </a:rPr>
              <a:t>argument</a:t>
            </a:r>
            <a:r>
              <a:rPr lang="id-ID" b="1">
                <a:latin typeface="Tahoma" pitchFamily="34" charset="0"/>
                <a:cs typeface="Tahoma" pitchFamily="34" charset="0"/>
              </a:rPr>
              <a:t> ]... ); </a:t>
            </a:r>
          </a:p>
          <a:p>
            <a:pPr marL="738188" lvl="1" indent="-280988">
              <a:lnSpc>
                <a:spcPct val="90000"/>
              </a:lnSpc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Read data from file inline with the scanf formatting.</a:t>
            </a:r>
          </a:p>
          <a:p>
            <a:pPr marL="738188" lvl="1" indent="-280988">
              <a:lnSpc>
                <a:spcPct val="90000"/>
              </a:lnSpc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Return the number of field read while successful, and EOF if error</a:t>
            </a:r>
          </a:p>
          <a:p>
            <a:pPr marL="338138" indent="-338138">
              <a:lnSpc>
                <a:spcPct val="90000"/>
              </a:lnSpc>
              <a:spcBef>
                <a:spcPts val="50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id-ID">
              <a:latin typeface="Tahoma" pitchFamily="34" charset="0"/>
              <a:cs typeface="Tahoma" pitchFamily="34" charset="0"/>
            </a:endParaRPr>
          </a:p>
          <a:p>
            <a:pPr marL="338138" indent="-338138">
              <a:lnSpc>
                <a:spcPct val="90000"/>
              </a:lnSpc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fprintf </a:t>
            </a:r>
            <a:r>
              <a:rPr lang="id-ID" b="1">
                <a:latin typeface="Tahoma" pitchFamily="34" charset="0"/>
                <a:cs typeface="Tahoma" pitchFamily="34" charset="0"/>
              </a:rPr>
              <a:t>(OUTPUT)</a:t>
            </a:r>
          </a:p>
          <a:p>
            <a:pPr marL="738188" lvl="1" indent="-280988">
              <a:lnSpc>
                <a:spcPct val="90000"/>
              </a:lnSpc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Syntax:</a:t>
            </a:r>
          </a:p>
          <a:p>
            <a:pPr marL="738188" lvl="1" indent="-280988">
              <a:lnSpc>
                <a:spcPct val="90000"/>
              </a:lnSpc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	</a:t>
            </a:r>
            <a:r>
              <a:rPr lang="id-ID" b="1">
                <a:latin typeface="Tahoma" pitchFamily="34" charset="0"/>
                <a:cs typeface="Tahoma" pitchFamily="34" charset="0"/>
              </a:rPr>
              <a:t>int fprintf( FILE *</a:t>
            </a:r>
            <a:r>
              <a:rPr lang="id-ID" b="1" i="1">
                <a:latin typeface="Tahoma" pitchFamily="34" charset="0"/>
                <a:cs typeface="Tahoma" pitchFamily="34" charset="0"/>
              </a:rPr>
              <a:t>stream</a:t>
            </a:r>
            <a:r>
              <a:rPr lang="id-ID" b="1">
                <a:latin typeface="Tahoma" pitchFamily="34" charset="0"/>
                <a:cs typeface="Tahoma" pitchFamily="34" charset="0"/>
              </a:rPr>
              <a:t>, const char *</a:t>
            </a:r>
            <a:r>
              <a:rPr lang="id-ID" b="1" i="1">
                <a:latin typeface="Tahoma" pitchFamily="34" charset="0"/>
                <a:cs typeface="Tahoma" pitchFamily="34" charset="0"/>
              </a:rPr>
              <a:t>format</a:t>
            </a:r>
            <a:r>
              <a:rPr lang="id-ID" b="1">
                <a:latin typeface="Tahoma" pitchFamily="34" charset="0"/>
                <a:cs typeface="Tahoma" pitchFamily="34" charset="0"/>
              </a:rPr>
              <a:t> [, </a:t>
            </a:r>
            <a:r>
              <a:rPr lang="id-ID" b="1" i="1">
                <a:latin typeface="Tahoma" pitchFamily="34" charset="0"/>
                <a:cs typeface="Tahoma" pitchFamily="34" charset="0"/>
              </a:rPr>
              <a:t>argument</a:t>
            </a:r>
            <a:r>
              <a:rPr lang="id-ID" b="1">
                <a:latin typeface="Tahoma" pitchFamily="34" charset="0"/>
                <a:cs typeface="Tahoma" pitchFamily="34" charset="0"/>
              </a:rPr>
              <a:t> ]...);</a:t>
            </a:r>
          </a:p>
          <a:p>
            <a:pPr marL="738188" lvl="1" indent="-280988">
              <a:lnSpc>
                <a:spcPct val="90000"/>
              </a:lnSpc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Writing data to a file using the printf format.</a:t>
            </a:r>
          </a:p>
          <a:p>
            <a:pPr marL="738188" lvl="1" indent="-280988">
              <a:lnSpc>
                <a:spcPct val="90000"/>
              </a:lnSpc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Return number of byte written if successful and negative value if error.</a:t>
            </a:r>
            <a:endParaRPr lang="id-ID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12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itchFamily="34" charset="0"/>
                <a:cs typeface="Tahoma" pitchFamily="34" charset="0"/>
              </a:rPr>
              <a:t>INPUT &amp; OUTPUT FILE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CF426-A252-CF66-539D-4110B560DED7}"/>
              </a:ext>
            </a:extLst>
          </p:cNvPr>
          <p:cNvSpPr txBox="1"/>
          <p:nvPr/>
        </p:nvSpPr>
        <p:spPr>
          <a:xfrm>
            <a:off x="1451579" y="2046217"/>
            <a:ext cx="10853632" cy="348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8138" indent="-33813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fwrite</a:t>
            </a:r>
          </a:p>
          <a:p>
            <a:pPr marL="738188" lvl="1" indent="-28098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syntax: </a:t>
            </a:r>
            <a:r>
              <a:rPr lang="id-ID" b="1">
                <a:latin typeface="Tahoma" pitchFamily="34" charset="0"/>
                <a:cs typeface="Tahoma" pitchFamily="34" charset="0"/>
              </a:rPr>
              <a:t>size_t fwrite( const void *</a:t>
            </a:r>
            <a:r>
              <a:rPr lang="id-ID" b="1" i="1">
                <a:latin typeface="Tahoma" pitchFamily="34" charset="0"/>
                <a:cs typeface="Tahoma" pitchFamily="34" charset="0"/>
              </a:rPr>
              <a:t>buffer</a:t>
            </a:r>
            <a:r>
              <a:rPr lang="id-ID" b="1">
                <a:latin typeface="Tahoma" pitchFamily="34" charset="0"/>
                <a:cs typeface="Tahoma" pitchFamily="34" charset="0"/>
              </a:rPr>
              <a:t>, size_t </a:t>
            </a:r>
            <a:r>
              <a:rPr lang="id-ID" b="1" i="1">
                <a:latin typeface="Tahoma" pitchFamily="34" charset="0"/>
                <a:cs typeface="Tahoma" pitchFamily="34" charset="0"/>
              </a:rPr>
              <a:t>size</a:t>
            </a:r>
            <a:r>
              <a:rPr lang="id-ID" b="1">
                <a:latin typeface="Tahoma" pitchFamily="34" charset="0"/>
                <a:cs typeface="Tahoma" pitchFamily="34" charset="0"/>
              </a:rPr>
              <a:t>, size_t </a:t>
            </a:r>
            <a:r>
              <a:rPr lang="id-ID" b="1" i="1">
                <a:latin typeface="Tahoma" pitchFamily="34" charset="0"/>
                <a:cs typeface="Tahoma" pitchFamily="34" charset="0"/>
              </a:rPr>
              <a:t>count</a:t>
            </a:r>
            <a:r>
              <a:rPr lang="id-ID" b="1">
                <a:latin typeface="Tahoma" pitchFamily="34" charset="0"/>
                <a:cs typeface="Tahoma" pitchFamily="34" charset="0"/>
              </a:rPr>
              <a:t>, FILE *</a:t>
            </a:r>
            <a:r>
              <a:rPr lang="id-ID" b="1" i="1">
                <a:latin typeface="Tahoma" pitchFamily="34" charset="0"/>
                <a:cs typeface="Tahoma" pitchFamily="34" charset="0"/>
              </a:rPr>
              <a:t>stream</a:t>
            </a:r>
            <a:r>
              <a:rPr lang="id-ID" b="1">
                <a:latin typeface="Tahoma" pitchFamily="34" charset="0"/>
                <a:cs typeface="Tahoma" pitchFamily="34" charset="0"/>
              </a:rPr>
              <a:t> ); </a:t>
            </a:r>
          </a:p>
          <a:p>
            <a:pPr marL="738188" lvl="1" indent="-28098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Writing a block of data in the buffer area to the file</a:t>
            </a:r>
          </a:p>
          <a:p>
            <a:pPr marL="738188" lvl="1" indent="-28098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Return number of byte data written, and error otherwise.</a:t>
            </a:r>
          </a:p>
          <a:p>
            <a:pPr marL="338138" indent="-33813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fread </a:t>
            </a:r>
          </a:p>
          <a:p>
            <a:pPr marL="738188" lvl="1" indent="-28098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Syntax: </a:t>
            </a:r>
            <a:r>
              <a:rPr lang="id-ID" b="1">
                <a:latin typeface="Tahoma" pitchFamily="34" charset="0"/>
                <a:cs typeface="Tahoma" pitchFamily="34" charset="0"/>
              </a:rPr>
              <a:t>size_t fread( void *</a:t>
            </a:r>
            <a:r>
              <a:rPr lang="id-ID" b="1" i="1">
                <a:latin typeface="Tahoma" pitchFamily="34" charset="0"/>
                <a:cs typeface="Tahoma" pitchFamily="34" charset="0"/>
              </a:rPr>
              <a:t>buffer</a:t>
            </a:r>
            <a:r>
              <a:rPr lang="id-ID" b="1">
                <a:latin typeface="Tahoma" pitchFamily="34" charset="0"/>
                <a:cs typeface="Tahoma" pitchFamily="34" charset="0"/>
              </a:rPr>
              <a:t>, size_t </a:t>
            </a:r>
            <a:r>
              <a:rPr lang="id-ID" b="1" i="1">
                <a:latin typeface="Tahoma" pitchFamily="34" charset="0"/>
                <a:cs typeface="Tahoma" pitchFamily="34" charset="0"/>
              </a:rPr>
              <a:t>size</a:t>
            </a:r>
            <a:r>
              <a:rPr lang="id-ID" b="1">
                <a:latin typeface="Tahoma" pitchFamily="34" charset="0"/>
                <a:cs typeface="Tahoma" pitchFamily="34" charset="0"/>
              </a:rPr>
              <a:t>, size_t </a:t>
            </a:r>
            <a:r>
              <a:rPr lang="id-ID" b="1" i="1">
                <a:latin typeface="Tahoma" pitchFamily="34" charset="0"/>
                <a:cs typeface="Tahoma" pitchFamily="34" charset="0"/>
              </a:rPr>
              <a:t>count</a:t>
            </a:r>
            <a:r>
              <a:rPr lang="id-ID" b="1">
                <a:latin typeface="Tahoma" pitchFamily="34" charset="0"/>
                <a:cs typeface="Tahoma" pitchFamily="34" charset="0"/>
              </a:rPr>
              <a:t>, FILE *</a:t>
            </a:r>
            <a:r>
              <a:rPr lang="id-ID" b="1" i="1">
                <a:latin typeface="Tahoma" pitchFamily="34" charset="0"/>
                <a:cs typeface="Tahoma" pitchFamily="34" charset="0"/>
              </a:rPr>
              <a:t>stream</a:t>
            </a:r>
            <a:r>
              <a:rPr lang="id-ID" b="1">
                <a:latin typeface="Tahoma" pitchFamily="34" charset="0"/>
                <a:cs typeface="Tahoma" pitchFamily="34" charset="0"/>
              </a:rPr>
              <a:t> ); </a:t>
            </a:r>
          </a:p>
          <a:p>
            <a:pPr marL="738188" lvl="1" indent="-28098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Read a block size of data from a file</a:t>
            </a:r>
          </a:p>
          <a:p>
            <a:pPr marL="338138" indent="-33813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feof</a:t>
            </a:r>
          </a:p>
          <a:p>
            <a:pPr marL="738188" lvl="1" indent="-28098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Syntax : </a:t>
            </a:r>
            <a:r>
              <a:rPr lang="id-ID" b="1">
                <a:latin typeface="Tahoma" pitchFamily="34" charset="0"/>
                <a:cs typeface="Tahoma" pitchFamily="34" charset="0"/>
              </a:rPr>
              <a:t>int feof( FILE *</a:t>
            </a:r>
            <a:r>
              <a:rPr lang="id-ID" b="1" i="1">
                <a:latin typeface="Tahoma" pitchFamily="34" charset="0"/>
                <a:cs typeface="Tahoma" pitchFamily="34" charset="0"/>
              </a:rPr>
              <a:t>stream</a:t>
            </a:r>
            <a:r>
              <a:rPr lang="id-ID" b="1">
                <a:latin typeface="Tahoma" pitchFamily="34" charset="0"/>
                <a:cs typeface="Tahoma" pitchFamily="34" charset="0"/>
              </a:rPr>
              <a:t> );</a:t>
            </a:r>
          </a:p>
          <a:p>
            <a:pPr marL="738188" lvl="1" indent="-28098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Finding out if the pointer has reached end-of-file </a:t>
            </a:r>
          </a:p>
          <a:p>
            <a:pPr marL="738188" lvl="1" indent="-280988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>
                <a:latin typeface="Tahoma" pitchFamily="34" charset="0"/>
                <a:cs typeface="Tahoma" pitchFamily="34" charset="0"/>
              </a:rPr>
              <a:t>Return 0 if not end-of-file</a:t>
            </a:r>
          </a:p>
          <a:p>
            <a:pPr marL="338138" indent="-338138">
              <a:spcBef>
                <a:spcPts val="500"/>
              </a:spcBef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id-ID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285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itchFamily="34" charset="0"/>
                <a:cs typeface="Tahoma" pitchFamily="34" charset="0"/>
              </a:rPr>
              <a:t>PROGRAM EXAMPLES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F33DB72-8CD2-D7D2-3F5B-1A8ECE2170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8400" y="2057400"/>
            <a:ext cx="7848600" cy="457200"/>
          </a:xfrm>
        </p:spPr>
        <p:txBody>
          <a:bodyPr/>
          <a:lstStyle/>
          <a:p>
            <a:pPr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dirty="0">
                <a:latin typeface="Tahoma" pitchFamily="34" charset="0"/>
                <a:cs typeface="Tahoma" pitchFamily="34" charset="0"/>
              </a:rPr>
              <a:t>Example reading data from file test.txt using</a:t>
            </a:r>
            <a:r>
              <a:rPr lang="id-ID" b="1">
                <a:latin typeface="Tahoma" pitchFamily="34" charset="0"/>
                <a:cs typeface="Tahoma" pitchFamily="34" charset="0"/>
              </a:rPr>
              <a:t> </a:t>
            </a:r>
            <a:r>
              <a:rPr lang="id-ID" b="1" u="sng">
                <a:latin typeface="Tahoma" pitchFamily="34" charset="0"/>
                <a:cs typeface="Tahoma" pitchFamily="34" charset="0"/>
              </a:rPr>
              <a:t>fscanf</a:t>
            </a:r>
            <a:endParaRPr lang="id-ID" b="1" u="sng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D5785-B4F5-96AA-6E83-F1450EF3C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438400"/>
            <a:ext cx="7239000" cy="3505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#include &lt;stdio.h&gt;</a:t>
            </a:r>
            <a:endParaRPr lang="en-US" sz="100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#include &lt;stdlib.h&gt;</a:t>
            </a:r>
            <a:endParaRPr lang="en-US" sz="100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100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 main(void) 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FILE *fp;  int no; char name[20]; float gpa;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fp=fopen("test.txt","r");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if(fp==NULL){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printf("File test.txt can</a:t>
            </a:r>
            <a:r>
              <a:rPr lang="en-US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’</a:t>
            </a: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 be opened\n");   </a:t>
            </a:r>
            <a:endParaRPr lang="en-US" sz="10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exit(1);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fscanf(fp,"%d %s %f",&amp;no,name, &amp;gpa);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printf("%d %s %f\n",no,name,gpa);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fscanf(fp,"%d %s %f",&amp;no,name, &amp;gpa);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printf("%d %s %f\n",no,name,gpa);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fclose(fp);     return 0;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id-ID" sz="10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856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itchFamily="34" charset="0"/>
                <a:cs typeface="Tahoma" pitchFamily="34" charset="0"/>
              </a:rPr>
              <a:t>PROGRAM EXAMPLES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F33DB72-8CD2-D7D2-3F5B-1A8ECE2170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8400" y="2057400"/>
            <a:ext cx="7848600" cy="457200"/>
          </a:xfrm>
        </p:spPr>
        <p:txBody>
          <a:bodyPr/>
          <a:lstStyle/>
          <a:p>
            <a:pPr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dirty="0">
                <a:latin typeface="Tahoma" pitchFamily="34" charset="0"/>
                <a:cs typeface="Tahoma" pitchFamily="34" charset="0"/>
              </a:rPr>
              <a:t>Example writing data to file test.txt using </a:t>
            </a:r>
            <a:r>
              <a:rPr lang="id-ID" b="1" u="sng" dirty="0">
                <a:latin typeface="Tahoma" pitchFamily="34" charset="0"/>
                <a:cs typeface="Tahoma" pitchFamily="34" charset="0"/>
              </a:rPr>
              <a:t>fprintf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D5785-B4F5-96AA-6E83-F1450EF3C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438400"/>
            <a:ext cx="7239000" cy="3505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#include &lt;stdio.</a:t>
            </a:r>
            <a:r>
              <a:rPr lang="id-ID" sz="11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h&gt;</a:t>
            </a:r>
            <a:endParaRPr lang="en-US" sz="110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#include &lt;stdlib.h&gt;</a:t>
            </a:r>
            <a:endParaRPr lang="en-US" sz="110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11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 main(void) 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FILE *fp; 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fp=fopen("test.txt","w");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if(fp==NULL){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printf("File test.</a:t>
            </a:r>
            <a:r>
              <a:rPr lang="id-ID" sz="11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txt can</a:t>
            </a:r>
            <a:r>
              <a:rPr lang="en-US" sz="11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’</a:t>
            </a:r>
            <a:r>
              <a:rPr lang="id-ID" sz="11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 </a:t>
            </a: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be created\n");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exit(1);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fprintf(fp,"%d %s %f\n",1,“Amir", 3.95);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fprintf(fp,"%d %s %f\n",2,“Tono", 3.15);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fclose(fp);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>
              <a:spcBef>
                <a:spcPts val="5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1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4609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itchFamily="34" charset="0"/>
                <a:cs typeface="Tahoma" pitchFamily="34" charset="0"/>
              </a:rPr>
              <a:t>PROGRAM EXAMPLES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F33DB72-8CD2-D7D2-3F5B-1A8ECE2170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8400" y="2057400"/>
            <a:ext cx="7848600" cy="457200"/>
          </a:xfrm>
        </p:spPr>
        <p:txBody>
          <a:bodyPr/>
          <a:lstStyle/>
          <a:p>
            <a:pPr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dirty="0">
                <a:latin typeface="Tahoma" pitchFamily="34" charset="0"/>
                <a:cs typeface="Tahoma" pitchFamily="34" charset="0"/>
              </a:rPr>
              <a:t>Example reading data from binary file test.dat using </a:t>
            </a:r>
            <a:r>
              <a:rPr lang="id-ID" b="1" u="sng">
                <a:latin typeface="Tahoma" pitchFamily="34" charset="0"/>
                <a:cs typeface="Tahoma" pitchFamily="34" charset="0"/>
              </a:rPr>
              <a:t>fread</a:t>
            </a:r>
            <a:endParaRPr lang="id-ID" b="1" u="sng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D5785-B4F5-96AA-6E83-F1450EF3C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438400"/>
            <a:ext cx="7239000" cy="3505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#include &lt;stdio.h&gt;</a:t>
            </a:r>
            <a:endParaRPr lang="en-US" sz="120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#include &lt;stdlib.h&gt;</a:t>
            </a:r>
            <a:endParaRPr lang="en-US" sz="120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120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 main(void) 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FILE *fp; int i;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int Arr[5];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fp=fopen("test.dat","r");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if(fp==NULL){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printf("File test.dat can</a:t>
            </a:r>
            <a:r>
              <a:rPr lang="en-US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’</a:t>
            </a: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 be opened\n");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exit(1);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fread(Arr,sizeof(Arr),1,fp);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for(i=0; i&lt;5; i++) printf("%d ",Arr[i]);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fclose(fp);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id-ID" sz="12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797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8E6-38E9-4616-95C3-EAA7140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itchFamily="34" charset="0"/>
                <a:cs typeface="Tahoma" pitchFamily="34" charset="0"/>
              </a:rPr>
              <a:t>PROGRAM EXAMPLES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F33DB72-8CD2-D7D2-3F5B-1A8ECE2170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8400" y="2057400"/>
            <a:ext cx="7848600" cy="457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000">
                <a:latin typeface="Tahoma" pitchFamily="34" charset="0"/>
                <a:cs typeface="Tahoma" pitchFamily="34" charset="0"/>
              </a:rPr>
              <a:t>Example writing data to binary file test.dat using </a:t>
            </a:r>
            <a:r>
              <a:rPr lang="id-ID" sz="2000" b="1" u="sng">
                <a:latin typeface="Tahoma" pitchFamily="34" charset="0"/>
                <a:cs typeface="Tahoma" pitchFamily="34" charset="0"/>
              </a:rPr>
              <a:t>fwrite</a:t>
            </a:r>
            <a:endParaRPr lang="id-ID" sz="2000" b="1" u="sng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D5785-B4F5-96AA-6E83-F1450EF3C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5467" y="2438400"/>
            <a:ext cx="7239000" cy="3505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#include &lt;stdio.h&gt;</a:t>
            </a:r>
            <a:endParaRPr lang="en-US" sz="1200">
              <a:solidFill>
                <a:srgbClr val="000000"/>
              </a:solidFill>
              <a:latin typeface="Courier New" pitchFamily="49" charset="0"/>
              <a:ea typeface="Tahoma" pitchFamily="34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#include &lt;stdlib.h&gt;</a:t>
            </a:r>
            <a:endParaRPr lang="en-US" sz="120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1200">
              <a:solidFill>
                <a:srgbClr val="000000"/>
              </a:solidFill>
              <a:latin typeface="Courier New" pitchFamily="49" charset="0"/>
              <a:ea typeface="Tahoma" pitchFamily="34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int main(void) 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{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    FILE *fp; 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    int Arr[]={1,2,3,4,5};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    fp=fopen("test.dat","w");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    if(fp==NULL){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        printf("File test.dat can</a:t>
            </a:r>
            <a:r>
              <a:rPr lang="en-US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’</a:t>
            </a: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t be created\n");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        exit(1);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    }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    fwrite(Arr,sizeof(Arr),1,fp);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    fclose(fp);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    return 0;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1200">
                <a:solidFill>
                  <a:srgbClr val="00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}</a:t>
            </a:r>
            <a:endParaRPr lang="id-ID" sz="1200" dirty="0">
              <a:solidFill>
                <a:srgbClr val="000000"/>
              </a:solidFill>
              <a:latin typeface="Courier New" pitchFamily="49" charset="0"/>
              <a:ea typeface="Tahoma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410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1039-57DF-429F-900D-274C1243A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408" y="1590734"/>
            <a:ext cx="7405874" cy="1936237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6000">
                <a:solidFill>
                  <a:schemeClr val="tx2"/>
                </a:solidFill>
              </a:rPr>
              <a:t>Exercise</a:t>
            </a:r>
            <a:endParaRPr lang="en-US" sz="60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857CD-6B80-42E2-D6AA-55E19699D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601" y="257577"/>
            <a:ext cx="2905530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83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9683-A3A3-4066-A71C-5A030617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n 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17AA14-7165-5A6F-A729-37F9636DB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36820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D9821C-F605-439C-BA91-BFBDA9848016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827</TotalTime>
  <Words>1493</Words>
  <Application>Microsoft Office PowerPoint</Application>
  <PresentationFormat>Widescreen</PresentationFormat>
  <Paragraphs>218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Courier New</vt:lpstr>
      <vt:lpstr>docs-Calibri</vt:lpstr>
      <vt:lpstr>Gill Sans MT</vt:lpstr>
      <vt:lpstr>Tahoma</vt:lpstr>
      <vt:lpstr>Gallery</vt:lpstr>
      <vt:lpstr>BASIC PROGRAMMING IN C  File processing</vt:lpstr>
      <vt:lpstr>Outline</vt:lpstr>
      <vt:lpstr>Files and Streams</vt:lpstr>
      <vt:lpstr>Files and Streams</vt:lpstr>
      <vt:lpstr>Files and Streams</vt:lpstr>
      <vt:lpstr>Files and Streams</vt:lpstr>
      <vt:lpstr>Files and Streams</vt:lpstr>
      <vt:lpstr>Buffer Area</vt:lpstr>
      <vt:lpstr>Open File</vt:lpstr>
      <vt:lpstr>CLOSE File</vt:lpstr>
      <vt:lpstr>INPUT &amp; OUTPUT FILE</vt:lpstr>
      <vt:lpstr>INPUT &amp; OUTPUT FILE</vt:lpstr>
      <vt:lpstr>PROGRAM EXAMPLES</vt:lpstr>
      <vt:lpstr>PROGRAM EXAMPLES</vt:lpstr>
      <vt:lpstr>PROGRAM EXAMPLES</vt:lpstr>
      <vt:lpstr>PROGRAM EXAMPLES</vt:lpstr>
      <vt:lpstr>Exercise</vt:lpstr>
      <vt:lpstr>Q n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Pelatihan Microsoft Power Point Dasar 1&amp;2</dc:title>
  <dc:creator>Indra Dwi Rianto</dc:creator>
  <cp:lastModifiedBy>Indra Dwi Rianto</cp:lastModifiedBy>
  <cp:revision>1</cp:revision>
  <dcterms:created xsi:type="dcterms:W3CDTF">2021-11-10T02:39:12Z</dcterms:created>
  <dcterms:modified xsi:type="dcterms:W3CDTF">2022-11-19T05:55:08Z</dcterms:modified>
</cp:coreProperties>
</file>