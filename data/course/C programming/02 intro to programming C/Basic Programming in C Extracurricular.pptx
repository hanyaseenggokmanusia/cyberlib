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2" r:id="rId7"/>
    <p:sldId id="258" r:id="rId8"/>
    <p:sldId id="264" r:id="rId9"/>
    <p:sldId id="259" r:id="rId10"/>
    <p:sldId id="265" r:id="rId11"/>
    <p:sldId id="260" r:id="rId12"/>
    <p:sldId id="266" r:id="rId13"/>
    <p:sldId id="261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dayaturrahman" userId="b9dd9925-3f63-4f58-a981-e486d2a99324" providerId="ADAL" clId="{E601FF30-9E95-4993-BF83-0E8707092A67}"/>
    <pc:docChg chg="undo custSel addSld modSld">
      <pc:chgData name="Hidayaturrahman" userId="b9dd9925-3f63-4f58-a981-e486d2a99324" providerId="ADAL" clId="{E601FF30-9E95-4993-BF83-0E8707092A67}" dt="2022-09-03T05:18:09.141" v="166" actId="478"/>
      <pc:docMkLst>
        <pc:docMk/>
      </pc:docMkLst>
      <pc:sldChg chg="addSp delSp modSp mod setBg addAnim">
        <pc:chgData name="Hidayaturrahman" userId="b9dd9925-3f63-4f58-a981-e486d2a99324" providerId="ADAL" clId="{E601FF30-9E95-4993-BF83-0E8707092A67}" dt="2022-09-03T05:16:15.522" v="148" actId="26606"/>
        <pc:sldMkLst>
          <pc:docMk/>
          <pc:sldMk cId="2638315475" sldId="256"/>
        </pc:sldMkLst>
        <pc:spChg chg="mod">
          <ac:chgData name="Hidayaturrahman" userId="b9dd9925-3f63-4f58-a981-e486d2a99324" providerId="ADAL" clId="{E601FF30-9E95-4993-BF83-0E8707092A67}" dt="2022-09-03T05:16:15.522" v="148" actId="26606"/>
          <ac:spMkLst>
            <pc:docMk/>
            <pc:sldMk cId="2638315475" sldId="256"/>
            <ac:spMk id="2" creationId="{1B4E595F-9BD3-1BEA-2357-92EA9DB0245D}"/>
          </ac:spMkLst>
        </pc:spChg>
        <pc:spChg chg="mod">
          <ac:chgData name="Hidayaturrahman" userId="b9dd9925-3f63-4f58-a981-e486d2a99324" providerId="ADAL" clId="{E601FF30-9E95-4993-BF83-0E8707092A67}" dt="2022-09-03T05:16:15.522" v="148" actId="26606"/>
          <ac:spMkLst>
            <pc:docMk/>
            <pc:sldMk cId="2638315475" sldId="256"/>
            <ac:spMk id="3" creationId="{9D3DAA21-0F9D-5715-41BA-5FE345C47DB6}"/>
          </ac:spMkLst>
        </pc:spChg>
        <pc:spChg chg="add del">
          <ac:chgData name="Hidayaturrahman" userId="b9dd9925-3f63-4f58-a981-e486d2a99324" providerId="ADAL" clId="{E601FF30-9E95-4993-BF83-0E8707092A67}" dt="2022-09-03T05:16:15.522" v="148" actId="26606"/>
          <ac:spMkLst>
            <pc:docMk/>
            <pc:sldMk cId="2638315475" sldId="256"/>
            <ac:spMk id="8" creationId="{43C48B49-6135-48B6-AC0F-97E5D8D1F03F}"/>
          </ac:spMkLst>
        </pc:spChg>
        <pc:spChg chg="add del">
          <ac:chgData name="Hidayaturrahman" userId="b9dd9925-3f63-4f58-a981-e486d2a99324" providerId="ADAL" clId="{E601FF30-9E95-4993-BF83-0E8707092A67}" dt="2022-09-03T05:16:15.522" v="148" actId="26606"/>
          <ac:spMkLst>
            <pc:docMk/>
            <pc:sldMk cId="2638315475" sldId="256"/>
            <ac:spMk id="10" creationId="{9715DAF0-AE1B-46C9-8A6B-DB2AA05AB91D}"/>
          </ac:spMkLst>
        </pc:spChg>
        <pc:spChg chg="add del">
          <ac:chgData name="Hidayaturrahman" userId="b9dd9925-3f63-4f58-a981-e486d2a99324" providerId="ADAL" clId="{E601FF30-9E95-4993-BF83-0E8707092A67}" dt="2022-09-03T05:16:15.522" v="148" actId="26606"/>
          <ac:spMkLst>
            <pc:docMk/>
            <pc:sldMk cId="2638315475" sldId="256"/>
            <ac:spMk id="12" creationId="{DC631C0B-6DA6-4E57-8231-CE32B3434A7E}"/>
          </ac:spMkLst>
        </pc:spChg>
        <pc:spChg chg="add del">
          <ac:chgData name="Hidayaturrahman" userId="b9dd9925-3f63-4f58-a981-e486d2a99324" providerId="ADAL" clId="{E601FF30-9E95-4993-BF83-0E8707092A67}" dt="2022-09-03T05:16:15.522" v="148" actId="26606"/>
          <ac:spMkLst>
            <pc:docMk/>
            <pc:sldMk cId="2638315475" sldId="256"/>
            <ac:spMk id="14" creationId="{F256AC18-FB41-4977-8B0C-F5082335AB7D}"/>
          </ac:spMkLst>
        </pc:spChg>
        <pc:spChg chg="add del">
          <ac:chgData name="Hidayaturrahman" userId="b9dd9925-3f63-4f58-a981-e486d2a99324" providerId="ADAL" clId="{E601FF30-9E95-4993-BF83-0E8707092A67}" dt="2022-09-03T05:16:15.522" v="148" actId="26606"/>
          <ac:spMkLst>
            <pc:docMk/>
            <pc:sldMk cId="2638315475" sldId="256"/>
            <ac:spMk id="16" creationId="{AFF4A713-7B75-4B21-90D7-5AB19547C728}"/>
          </ac:spMkLst>
        </pc:spChg>
        <pc:spChg chg="add">
          <ac:chgData name="Hidayaturrahman" userId="b9dd9925-3f63-4f58-a981-e486d2a99324" providerId="ADAL" clId="{E601FF30-9E95-4993-BF83-0E8707092A67}" dt="2022-09-03T05:16:15.522" v="148" actId="26606"/>
          <ac:spMkLst>
            <pc:docMk/>
            <pc:sldMk cId="2638315475" sldId="256"/>
            <ac:spMk id="21" creationId="{0E30439A-8A5B-46EC-8283-9B6B031D40D0}"/>
          </ac:spMkLst>
        </pc:spChg>
        <pc:spChg chg="add">
          <ac:chgData name="Hidayaturrahman" userId="b9dd9925-3f63-4f58-a981-e486d2a99324" providerId="ADAL" clId="{E601FF30-9E95-4993-BF83-0E8707092A67}" dt="2022-09-03T05:16:15.522" v="148" actId="26606"/>
          <ac:spMkLst>
            <pc:docMk/>
            <pc:sldMk cId="2638315475" sldId="256"/>
            <ac:spMk id="23" creationId="{5CEAD642-85CF-4750-8432-7C80C901F001}"/>
          </ac:spMkLst>
        </pc:spChg>
        <pc:spChg chg="add">
          <ac:chgData name="Hidayaturrahman" userId="b9dd9925-3f63-4f58-a981-e486d2a99324" providerId="ADAL" clId="{E601FF30-9E95-4993-BF83-0E8707092A67}" dt="2022-09-03T05:16:15.522" v="148" actId="26606"/>
          <ac:spMkLst>
            <pc:docMk/>
            <pc:sldMk cId="2638315475" sldId="256"/>
            <ac:spMk id="25" creationId="{FA33EEAE-15D5-4119-8C1E-89D943F911EF}"/>
          </ac:spMkLst>
        </pc:spChg>
        <pc:spChg chg="add">
          <ac:chgData name="Hidayaturrahman" userId="b9dd9925-3f63-4f58-a981-e486d2a99324" providerId="ADAL" clId="{E601FF30-9E95-4993-BF83-0E8707092A67}" dt="2022-09-03T05:16:15.522" v="148" actId="26606"/>
          <ac:spMkLst>
            <pc:docMk/>
            <pc:sldMk cId="2638315475" sldId="256"/>
            <ac:spMk id="27" creationId="{730D8B3B-9B80-4025-B934-26DC7D7CD231}"/>
          </ac:spMkLst>
        </pc:spChg>
        <pc:spChg chg="add">
          <ac:chgData name="Hidayaturrahman" userId="b9dd9925-3f63-4f58-a981-e486d2a99324" providerId="ADAL" clId="{E601FF30-9E95-4993-BF83-0E8707092A67}" dt="2022-09-03T05:16:15.522" v="148" actId="26606"/>
          <ac:spMkLst>
            <pc:docMk/>
            <pc:sldMk cId="2638315475" sldId="256"/>
            <ac:spMk id="29" creationId="{B5A1B09C-1565-46F8-B70F-621C5EB48A09}"/>
          </ac:spMkLst>
        </pc:spChg>
        <pc:spChg chg="add">
          <ac:chgData name="Hidayaturrahman" userId="b9dd9925-3f63-4f58-a981-e486d2a99324" providerId="ADAL" clId="{E601FF30-9E95-4993-BF83-0E8707092A67}" dt="2022-09-03T05:16:15.522" v="148" actId="26606"/>
          <ac:spMkLst>
            <pc:docMk/>
            <pc:sldMk cId="2638315475" sldId="256"/>
            <ac:spMk id="31" creationId="{8C516CC8-80AC-446C-A56E-9F54B7210402}"/>
          </ac:spMkLst>
        </pc:spChg>
        <pc:spChg chg="add">
          <ac:chgData name="Hidayaturrahman" userId="b9dd9925-3f63-4f58-a981-e486d2a99324" providerId="ADAL" clId="{E601FF30-9E95-4993-BF83-0E8707092A67}" dt="2022-09-03T05:16:15.522" v="148" actId="26606"/>
          <ac:spMkLst>
            <pc:docMk/>
            <pc:sldMk cId="2638315475" sldId="256"/>
            <ac:spMk id="33" creationId="{53947E58-F088-49F1-A3D1-DEA690192E84}"/>
          </ac:spMkLst>
        </pc:spChg>
      </pc:sldChg>
      <pc:sldChg chg="addSp delSp modSp mod setBg">
        <pc:chgData name="Hidayaturrahman" userId="b9dd9925-3f63-4f58-a981-e486d2a99324" providerId="ADAL" clId="{E601FF30-9E95-4993-BF83-0E8707092A67}" dt="2022-09-03T05:12:15.657" v="0" actId="26606"/>
        <pc:sldMkLst>
          <pc:docMk/>
          <pc:sldMk cId="3131970240" sldId="257"/>
        </pc:sldMkLst>
        <pc:spChg chg="mod">
          <ac:chgData name="Hidayaturrahman" userId="b9dd9925-3f63-4f58-a981-e486d2a99324" providerId="ADAL" clId="{E601FF30-9E95-4993-BF83-0E8707092A67}" dt="2022-09-03T05:12:15.657" v="0" actId="26606"/>
          <ac:spMkLst>
            <pc:docMk/>
            <pc:sldMk cId="3131970240" sldId="257"/>
            <ac:spMk id="2" creationId="{3765E19C-1D88-0AD7-C1C8-5F9374A80988}"/>
          </ac:spMkLst>
        </pc:spChg>
        <pc:spChg chg="del">
          <ac:chgData name="Hidayaturrahman" userId="b9dd9925-3f63-4f58-a981-e486d2a99324" providerId="ADAL" clId="{E601FF30-9E95-4993-BF83-0E8707092A67}" dt="2022-09-03T05:12:15.657" v="0" actId="26606"/>
          <ac:spMkLst>
            <pc:docMk/>
            <pc:sldMk cId="3131970240" sldId="257"/>
            <ac:spMk id="3" creationId="{08461490-7565-21F4-2924-7BE4F04479F9}"/>
          </ac:spMkLst>
        </pc:spChg>
        <pc:spChg chg="add">
          <ac:chgData name="Hidayaturrahman" userId="b9dd9925-3f63-4f58-a981-e486d2a99324" providerId="ADAL" clId="{E601FF30-9E95-4993-BF83-0E8707092A67}" dt="2022-09-03T05:12:15.657" v="0" actId="26606"/>
          <ac:spMkLst>
            <pc:docMk/>
            <pc:sldMk cId="3131970240" sldId="257"/>
            <ac:spMk id="9" creationId="{BACC6370-2D7E-4714-9D71-7542949D7D5D}"/>
          </ac:spMkLst>
        </pc:spChg>
        <pc:spChg chg="add">
          <ac:chgData name="Hidayaturrahman" userId="b9dd9925-3f63-4f58-a981-e486d2a99324" providerId="ADAL" clId="{E601FF30-9E95-4993-BF83-0E8707092A67}" dt="2022-09-03T05:12:15.657" v="0" actId="26606"/>
          <ac:spMkLst>
            <pc:docMk/>
            <pc:sldMk cId="3131970240" sldId="257"/>
            <ac:spMk id="11" creationId="{F68B3F68-107C-434F-AA38-110D5EA91B85}"/>
          </ac:spMkLst>
        </pc:spChg>
        <pc:spChg chg="add">
          <ac:chgData name="Hidayaturrahman" userId="b9dd9925-3f63-4f58-a981-e486d2a99324" providerId="ADAL" clId="{E601FF30-9E95-4993-BF83-0E8707092A67}" dt="2022-09-03T05:12:15.657" v="0" actId="26606"/>
          <ac:spMkLst>
            <pc:docMk/>
            <pc:sldMk cId="3131970240" sldId="257"/>
            <ac:spMk id="13" creationId="{AAD0DBB9-1A4B-4391-81D4-CB19F9AB918A}"/>
          </ac:spMkLst>
        </pc:spChg>
        <pc:spChg chg="add">
          <ac:chgData name="Hidayaturrahman" userId="b9dd9925-3f63-4f58-a981-e486d2a99324" providerId="ADAL" clId="{E601FF30-9E95-4993-BF83-0E8707092A67}" dt="2022-09-03T05:12:15.657" v="0" actId="26606"/>
          <ac:spMkLst>
            <pc:docMk/>
            <pc:sldMk cId="3131970240" sldId="257"/>
            <ac:spMk id="15" creationId="{063BBA22-50EA-4C4D-BE05-F1CE4E63AA56}"/>
          </ac:spMkLst>
        </pc:spChg>
        <pc:graphicFrameChg chg="add">
          <ac:chgData name="Hidayaturrahman" userId="b9dd9925-3f63-4f58-a981-e486d2a99324" providerId="ADAL" clId="{E601FF30-9E95-4993-BF83-0E8707092A67}" dt="2022-09-03T05:12:15.657" v="0" actId="26606"/>
          <ac:graphicFrameMkLst>
            <pc:docMk/>
            <pc:sldMk cId="3131970240" sldId="257"/>
            <ac:graphicFrameMk id="5" creationId="{D60CB73D-45BC-9EDA-C3AD-3F6791D4D58E}"/>
          </ac:graphicFrameMkLst>
        </pc:graphicFrameChg>
      </pc:sldChg>
      <pc:sldChg chg="addSp modSp mod setBg">
        <pc:chgData name="Hidayaturrahman" userId="b9dd9925-3f63-4f58-a981-e486d2a99324" providerId="ADAL" clId="{E601FF30-9E95-4993-BF83-0E8707092A67}" dt="2022-09-03T05:17:17.089" v="153" actId="1582"/>
        <pc:sldMkLst>
          <pc:docMk/>
          <pc:sldMk cId="2183147453" sldId="258"/>
        </pc:sldMkLst>
        <pc:spChg chg="mod">
          <ac:chgData name="Hidayaturrahman" userId="b9dd9925-3f63-4f58-a981-e486d2a99324" providerId="ADAL" clId="{E601FF30-9E95-4993-BF83-0E8707092A67}" dt="2022-09-03T05:12:49.951" v="7" actId="26606"/>
          <ac:spMkLst>
            <pc:docMk/>
            <pc:sldMk cId="2183147453" sldId="258"/>
            <ac:spMk id="2" creationId="{D73CB381-E3B9-AEDF-5CB2-7A496F1FFB34}"/>
          </ac:spMkLst>
        </pc:spChg>
        <pc:spChg chg="mod">
          <ac:chgData name="Hidayaturrahman" userId="b9dd9925-3f63-4f58-a981-e486d2a99324" providerId="ADAL" clId="{E601FF30-9E95-4993-BF83-0E8707092A67}" dt="2022-09-03T05:12:49.951" v="7" actId="26606"/>
          <ac:spMkLst>
            <pc:docMk/>
            <pc:sldMk cId="2183147453" sldId="258"/>
            <ac:spMk id="7" creationId="{094284B2-CF3F-4649-2047-76850F368983}"/>
          </ac:spMkLst>
        </pc:spChg>
        <pc:spChg chg="add mod">
          <ac:chgData name="Hidayaturrahman" userId="b9dd9925-3f63-4f58-a981-e486d2a99324" providerId="ADAL" clId="{E601FF30-9E95-4993-BF83-0E8707092A67}" dt="2022-09-03T05:17:17.089" v="153" actId="1582"/>
          <ac:spMkLst>
            <pc:docMk/>
            <pc:sldMk cId="2183147453" sldId="258"/>
            <ac:spMk id="13" creationId="{E6A2FD03-BAD6-CA8D-4AF8-6588F4A21264}"/>
          </ac:spMkLst>
        </pc:spChg>
        <pc:spChg chg="add">
          <ac:chgData name="Hidayaturrahman" userId="b9dd9925-3f63-4f58-a981-e486d2a99324" providerId="ADAL" clId="{E601FF30-9E95-4993-BF83-0E8707092A67}" dt="2022-09-03T05:12:49.951" v="7" actId="26606"/>
          <ac:spMkLst>
            <pc:docMk/>
            <pc:sldMk cId="2183147453" sldId="258"/>
            <ac:spMk id="17" creationId="{12609869-9E80-471B-A487-A53288E0E791}"/>
          </ac:spMkLst>
        </pc:spChg>
        <pc:spChg chg="add">
          <ac:chgData name="Hidayaturrahman" userId="b9dd9925-3f63-4f58-a981-e486d2a99324" providerId="ADAL" clId="{E601FF30-9E95-4993-BF83-0E8707092A67}" dt="2022-09-03T05:12:49.951" v="7" actId="26606"/>
          <ac:spMkLst>
            <pc:docMk/>
            <pc:sldMk cId="2183147453" sldId="258"/>
            <ac:spMk id="19" creationId="{7004738A-9D34-43E8-97D2-CA0EED4F8BE0}"/>
          </ac:spMkLst>
        </pc:spChg>
        <pc:spChg chg="add">
          <ac:chgData name="Hidayaturrahman" userId="b9dd9925-3f63-4f58-a981-e486d2a99324" providerId="ADAL" clId="{E601FF30-9E95-4993-BF83-0E8707092A67}" dt="2022-09-03T05:12:49.951" v="7" actId="26606"/>
          <ac:spMkLst>
            <pc:docMk/>
            <pc:sldMk cId="2183147453" sldId="258"/>
            <ac:spMk id="21" creationId="{B8B8D07F-F13E-443E-BA68-2D26672D76B9}"/>
          </ac:spMkLst>
        </pc:spChg>
        <pc:spChg chg="add">
          <ac:chgData name="Hidayaturrahman" userId="b9dd9925-3f63-4f58-a981-e486d2a99324" providerId="ADAL" clId="{E601FF30-9E95-4993-BF83-0E8707092A67}" dt="2022-09-03T05:12:49.951" v="7" actId="26606"/>
          <ac:spMkLst>
            <pc:docMk/>
            <pc:sldMk cId="2183147453" sldId="258"/>
            <ac:spMk id="23" creationId="{2813A4FA-24A5-41ED-A534-3807D1B2F344}"/>
          </ac:spMkLst>
        </pc:spChg>
        <pc:spChg chg="add">
          <ac:chgData name="Hidayaturrahman" userId="b9dd9925-3f63-4f58-a981-e486d2a99324" providerId="ADAL" clId="{E601FF30-9E95-4993-BF83-0E8707092A67}" dt="2022-09-03T05:12:49.951" v="7" actId="26606"/>
          <ac:spMkLst>
            <pc:docMk/>
            <pc:sldMk cId="2183147453" sldId="258"/>
            <ac:spMk id="25" creationId="{C3944F27-CA70-4E84-A51A-E6BF89558979}"/>
          </ac:spMkLst>
        </pc:spChg>
        <pc:picChg chg="mod">
          <ac:chgData name="Hidayaturrahman" userId="b9dd9925-3f63-4f58-a981-e486d2a99324" providerId="ADAL" clId="{E601FF30-9E95-4993-BF83-0E8707092A67}" dt="2022-09-03T05:12:49.951" v="7" actId="26606"/>
          <ac:picMkLst>
            <pc:docMk/>
            <pc:sldMk cId="2183147453" sldId="258"/>
            <ac:picMk id="12" creationId="{36BD6528-92A9-C4EC-7147-B538A6407E86}"/>
          </ac:picMkLst>
        </pc:picChg>
      </pc:sldChg>
      <pc:sldChg chg="addSp modSp mod setBg">
        <pc:chgData name="Hidayaturrahman" userId="b9dd9925-3f63-4f58-a981-e486d2a99324" providerId="ADAL" clId="{E601FF30-9E95-4993-BF83-0E8707092A67}" dt="2022-09-03T05:17:30.918" v="156" actId="14100"/>
        <pc:sldMkLst>
          <pc:docMk/>
          <pc:sldMk cId="1456625363" sldId="259"/>
        </pc:sldMkLst>
        <pc:spChg chg="mod">
          <ac:chgData name="Hidayaturrahman" userId="b9dd9925-3f63-4f58-a981-e486d2a99324" providerId="ADAL" clId="{E601FF30-9E95-4993-BF83-0E8707092A67}" dt="2022-09-03T05:12:58.914" v="8" actId="26606"/>
          <ac:spMkLst>
            <pc:docMk/>
            <pc:sldMk cId="1456625363" sldId="259"/>
            <ac:spMk id="2" creationId="{DCB44CD7-BC71-6534-8A0B-5F22E2F5CDD9}"/>
          </ac:spMkLst>
        </pc:spChg>
        <pc:spChg chg="mod">
          <ac:chgData name="Hidayaturrahman" userId="b9dd9925-3f63-4f58-a981-e486d2a99324" providerId="ADAL" clId="{E601FF30-9E95-4993-BF83-0E8707092A67}" dt="2022-09-03T05:12:58.914" v="8" actId="26606"/>
          <ac:spMkLst>
            <pc:docMk/>
            <pc:sldMk cId="1456625363" sldId="259"/>
            <ac:spMk id="3" creationId="{5B61CF39-8AF3-4557-EC84-05D0996D08AF}"/>
          </ac:spMkLst>
        </pc:spChg>
        <pc:spChg chg="add mod">
          <ac:chgData name="Hidayaturrahman" userId="b9dd9925-3f63-4f58-a981-e486d2a99324" providerId="ADAL" clId="{E601FF30-9E95-4993-BF83-0E8707092A67}" dt="2022-09-03T05:17:30.918" v="156" actId="14100"/>
          <ac:spMkLst>
            <pc:docMk/>
            <pc:sldMk cId="1456625363" sldId="259"/>
            <ac:spMk id="8" creationId="{0BF9E862-43B5-DC63-B42F-1D93E4F088F9}"/>
          </ac:spMkLst>
        </pc:spChg>
        <pc:spChg chg="add">
          <ac:chgData name="Hidayaturrahman" userId="b9dd9925-3f63-4f58-a981-e486d2a99324" providerId="ADAL" clId="{E601FF30-9E95-4993-BF83-0E8707092A67}" dt="2022-09-03T05:12:58.914" v="8" actId="26606"/>
          <ac:spMkLst>
            <pc:docMk/>
            <pc:sldMk cId="1456625363" sldId="259"/>
            <ac:spMk id="11" creationId="{12609869-9E80-471B-A487-A53288E0E791}"/>
          </ac:spMkLst>
        </pc:spChg>
        <pc:spChg chg="add">
          <ac:chgData name="Hidayaturrahman" userId="b9dd9925-3f63-4f58-a981-e486d2a99324" providerId="ADAL" clId="{E601FF30-9E95-4993-BF83-0E8707092A67}" dt="2022-09-03T05:12:58.914" v="8" actId="26606"/>
          <ac:spMkLst>
            <pc:docMk/>
            <pc:sldMk cId="1456625363" sldId="259"/>
            <ac:spMk id="13" creationId="{7004738A-9D34-43E8-97D2-CA0EED4F8BE0}"/>
          </ac:spMkLst>
        </pc:spChg>
        <pc:spChg chg="add">
          <ac:chgData name="Hidayaturrahman" userId="b9dd9925-3f63-4f58-a981-e486d2a99324" providerId="ADAL" clId="{E601FF30-9E95-4993-BF83-0E8707092A67}" dt="2022-09-03T05:12:58.914" v="8" actId="26606"/>
          <ac:spMkLst>
            <pc:docMk/>
            <pc:sldMk cId="1456625363" sldId="259"/>
            <ac:spMk id="15" creationId="{B8B8D07F-F13E-443E-BA68-2D26672D76B9}"/>
          </ac:spMkLst>
        </pc:spChg>
        <pc:spChg chg="add">
          <ac:chgData name="Hidayaturrahman" userId="b9dd9925-3f63-4f58-a981-e486d2a99324" providerId="ADAL" clId="{E601FF30-9E95-4993-BF83-0E8707092A67}" dt="2022-09-03T05:12:58.914" v="8" actId="26606"/>
          <ac:spMkLst>
            <pc:docMk/>
            <pc:sldMk cId="1456625363" sldId="259"/>
            <ac:spMk id="17" creationId="{2813A4FA-24A5-41ED-A534-3807D1B2F344}"/>
          </ac:spMkLst>
        </pc:spChg>
        <pc:spChg chg="add">
          <ac:chgData name="Hidayaturrahman" userId="b9dd9925-3f63-4f58-a981-e486d2a99324" providerId="ADAL" clId="{E601FF30-9E95-4993-BF83-0E8707092A67}" dt="2022-09-03T05:12:58.914" v="8" actId="26606"/>
          <ac:spMkLst>
            <pc:docMk/>
            <pc:sldMk cId="1456625363" sldId="259"/>
            <ac:spMk id="19" creationId="{C3944F27-CA70-4E84-A51A-E6BF89558979}"/>
          </ac:spMkLst>
        </pc:spChg>
        <pc:picChg chg="mod">
          <ac:chgData name="Hidayaturrahman" userId="b9dd9925-3f63-4f58-a981-e486d2a99324" providerId="ADAL" clId="{E601FF30-9E95-4993-BF83-0E8707092A67}" dt="2022-09-03T05:12:58.914" v="8" actId="26606"/>
          <ac:picMkLst>
            <pc:docMk/>
            <pc:sldMk cId="1456625363" sldId="259"/>
            <ac:picMk id="6" creationId="{11EF662E-A46D-00B3-2B04-302D1CBADA48}"/>
          </ac:picMkLst>
        </pc:picChg>
      </pc:sldChg>
      <pc:sldChg chg="addSp modSp mod setBg">
        <pc:chgData name="Hidayaturrahman" userId="b9dd9925-3f63-4f58-a981-e486d2a99324" providerId="ADAL" clId="{E601FF30-9E95-4993-BF83-0E8707092A67}" dt="2022-09-03T05:17:44.926" v="160" actId="14100"/>
        <pc:sldMkLst>
          <pc:docMk/>
          <pc:sldMk cId="1676106468" sldId="260"/>
        </pc:sldMkLst>
        <pc:spChg chg="mod">
          <ac:chgData name="Hidayaturrahman" userId="b9dd9925-3f63-4f58-a981-e486d2a99324" providerId="ADAL" clId="{E601FF30-9E95-4993-BF83-0E8707092A67}" dt="2022-09-03T05:13:06.163" v="9" actId="26606"/>
          <ac:spMkLst>
            <pc:docMk/>
            <pc:sldMk cId="1676106468" sldId="260"/>
            <ac:spMk id="2" creationId="{F67930FF-AC6D-75F8-A992-41C70C7CA42F}"/>
          </ac:spMkLst>
        </pc:spChg>
        <pc:spChg chg="mod">
          <ac:chgData name="Hidayaturrahman" userId="b9dd9925-3f63-4f58-a981-e486d2a99324" providerId="ADAL" clId="{E601FF30-9E95-4993-BF83-0E8707092A67}" dt="2022-09-03T05:13:06.163" v="9" actId="26606"/>
          <ac:spMkLst>
            <pc:docMk/>
            <pc:sldMk cId="1676106468" sldId="260"/>
            <ac:spMk id="3" creationId="{B8FEB2A1-5EE6-D919-2AF0-A54CF33BDEA5}"/>
          </ac:spMkLst>
        </pc:spChg>
        <pc:spChg chg="add mod">
          <ac:chgData name="Hidayaturrahman" userId="b9dd9925-3f63-4f58-a981-e486d2a99324" providerId="ADAL" clId="{E601FF30-9E95-4993-BF83-0E8707092A67}" dt="2022-09-03T05:17:44.926" v="160" actId="14100"/>
          <ac:spMkLst>
            <pc:docMk/>
            <pc:sldMk cId="1676106468" sldId="260"/>
            <ac:spMk id="11" creationId="{A5BF9850-2D2F-7E5B-DB8E-80A4582C1929}"/>
          </ac:spMkLst>
        </pc:spChg>
        <pc:spChg chg="add">
          <ac:chgData name="Hidayaturrahman" userId="b9dd9925-3f63-4f58-a981-e486d2a99324" providerId="ADAL" clId="{E601FF30-9E95-4993-BF83-0E8707092A67}" dt="2022-09-03T05:13:06.163" v="9" actId="26606"/>
          <ac:spMkLst>
            <pc:docMk/>
            <pc:sldMk cId="1676106468" sldId="260"/>
            <ac:spMk id="14" creationId="{12609869-9E80-471B-A487-A53288E0E791}"/>
          </ac:spMkLst>
        </pc:spChg>
        <pc:spChg chg="add">
          <ac:chgData name="Hidayaturrahman" userId="b9dd9925-3f63-4f58-a981-e486d2a99324" providerId="ADAL" clId="{E601FF30-9E95-4993-BF83-0E8707092A67}" dt="2022-09-03T05:13:06.163" v="9" actId="26606"/>
          <ac:spMkLst>
            <pc:docMk/>
            <pc:sldMk cId="1676106468" sldId="260"/>
            <ac:spMk id="16" creationId="{7004738A-9D34-43E8-97D2-CA0EED4F8BE0}"/>
          </ac:spMkLst>
        </pc:spChg>
        <pc:spChg chg="add">
          <ac:chgData name="Hidayaturrahman" userId="b9dd9925-3f63-4f58-a981-e486d2a99324" providerId="ADAL" clId="{E601FF30-9E95-4993-BF83-0E8707092A67}" dt="2022-09-03T05:13:06.163" v="9" actId="26606"/>
          <ac:spMkLst>
            <pc:docMk/>
            <pc:sldMk cId="1676106468" sldId="260"/>
            <ac:spMk id="18" creationId="{B8B8D07F-F13E-443E-BA68-2D26672D76B9}"/>
          </ac:spMkLst>
        </pc:spChg>
        <pc:spChg chg="add">
          <ac:chgData name="Hidayaturrahman" userId="b9dd9925-3f63-4f58-a981-e486d2a99324" providerId="ADAL" clId="{E601FF30-9E95-4993-BF83-0E8707092A67}" dt="2022-09-03T05:13:06.163" v="9" actId="26606"/>
          <ac:spMkLst>
            <pc:docMk/>
            <pc:sldMk cId="1676106468" sldId="260"/>
            <ac:spMk id="20" creationId="{2813A4FA-24A5-41ED-A534-3807D1B2F344}"/>
          </ac:spMkLst>
        </pc:spChg>
        <pc:spChg chg="add">
          <ac:chgData name="Hidayaturrahman" userId="b9dd9925-3f63-4f58-a981-e486d2a99324" providerId="ADAL" clId="{E601FF30-9E95-4993-BF83-0E8707092A67}" dt="2022-09-03T05:13:06.163" v="9" actId="26606"/>
          <ac:spMkLst>
            <pc:docMk/>
            <pc:sldMk cId="1676106468" sldId="260"/>
            <ac:spMk id="22" creationId="{C3944F27-CA70-4E84-A51A-E6BF89558979}"/>
          </ac:spMkLst>
        </pc:spChg>
        <pc:picChg chg="mod">
          <ac:chgData name="Hidayaturrahman" userId="b9dd9925-3f63-4f58-a981-e486d2a99324" providerId="ADAL" clId="{E601FF30-9E95-4993-BF83-0E8707092A67}" dt="2022-09-03T05:13:06.163" v="9" actId="26606"/>
          <ac:picMkLst>
            <pc:docMk/>
            <pc:sldMk cId="1676106468" sldId="260"/>
            <ac:picMk id="9" creationId="{14700F25-C96D-D85C-5592-1CA3ABA3CEF3}"/>
          </ac:picMkLst>
        </pc:picChg>
      </pc:sldChg>
      <pc:sldChg chg="addSp delSp modSp mod">
        <pc:chgData name="Hidayaturrahman" userId="b9dd9925-3f63-4f58-a981-e486d2a99324" providerId="ADAL" clId="{E601FF30-9E95-4993-BF83-0E8707092A67}" dt="2022-09-03T05:13:39.381" v="17" actId="403"/>
        <pc:sldMkLst>
          <pc:docMk/>
          <pc:sldMk cId="790155643" sldId="261"/>
        </pc:sldMkLst>
        <pc:spChg chg="mod">
          <ac:chgData name="Hidayaturrahman" userId="b9dd9925-3f63-4f58-a981-e486d2a99324" providerId="ADAL" clId="{E601FF30-9E95-4993-BF83-0E8707092A67}" dt="2022-09-03T05:13:16.283" v="10" actId="26606"/>
          <ac:spMkLst>
            <pc:docMk/>
            <pc:sldMk cId="790155643" sldId="261"/>
            <ac:spMk id="2" creationId="{6B7BCB0F-DC84-5006-78E7-66C5664A2C2E}"/>
          </ac:spMkLst>
        </pc:spChg>
        <pc:spChg chg="del">
          <ac:chgData name="Hidayaturrahman" userId="b9dd9925-3f63-4f58-a981-e486d2a99324" providerId="ADAL" clId="{E601FF30-9E95-4993-BF83-0E8707092A67}" dt="2022-09-03T05:13:16.283" v="10" actId="26606"/>
          <ac:spMkLst>
            <pc:docMk/>
            <pc:sldMk cId="790155643" sldId="261"/>
            <ac:spMk id="9" creationId="{D12DDE76-C203-4047-9998-63900085B5E8}"/>
          </ac:spMkLst>
        </pc:spChg>
        <pc:spChg chg="add">
          <ac:chgData name="Hidayaturrahman" userId="b9dd9925-3f63-4f58-a981-e486d2a99324" providerId="ADAL" clId="{E601FF30-9E95-4993-BF83-0E8707092A67}" dt="2022-09-03T05:13:16.283" v="10" actId="26606"/>
          <ac:spMkLst>
            <pc:docMk/>
            <pc:sldMk cId="790155643" sldId="261"/>
            <ac:spMk id="14" creationId="{A8384FB5-9ADC-4DDC-881B-597D56F5B15D}"/>
          </ac:spMkLst>
        </pc:spChg>
        <pc:spChg chg="add">
          <ac:chgData name="Hidayaturrahman" userId="b9dd9925-3f63-4f58-a981-e486d2a99324" providerId="ADAL" clId="{E601FF30-9E95-4993-BF83-0E8707092A67}" dt="2022-09-03T05:13:16.283" v="10" actId="26606"/>
          <ac:spMkLst>
            <pc:docMk/>
            <pc:sldMk cId="790155643" sldId="261"/>
            <ac:spMk id="16" creationId="{91E5A9A7-95C6-4F4F-B00E-C82E07FE62EF}"/>
          </ac:spMkLst>
        </pc:spChg>
        <pc:spChg chg="add">
          <ac:chgData name="Hidayaturrahman" userId="b9dd9925-3f63-4f58-a981-e486d2a99324" providerId="ADAL" clId="{E601FF30-9E95-4993-BF83-0E8707092A67}" dt="2022-09-03T05:13:16.283" v="10" actId="26606"/>
          <ac:spMkLst>
            <pc:docMk/>
            <pc:sldMk cId="790155643" sldId="261"/>
            <ac:spMk id="18" creationId="{D07DD2DE-F619-49DD-B5E7-03A290FF4ED1}"/>
          </ac:spMkLst>
        </pc:spChg>
        <pc:spChg chg="add">
          <ac:chgData name="Hidayaturrahman" userId="b9dd9925-3f63-4f58-a981-e486d2a99324" providerId="ADAL" clId="{E601FF30-9E95-4993-BF83-0E8707092A67}" dt="2022-09-03T05:13:16.283" v="10" actId="26606"/>
          <ac:spMkLst>
            <pc:docMk/>
            <pc:sldMk cId="790155643" sldId="261"/>
            <ac:spMk id="20" creationId="{85149191-5F60-4A28-AAFF-039F96B0F3EC}"/>
          </ac:spMkLst>
        </pc:spChg>
        <pc:spChg chg="add">
          <ac:chgData name="Hidayaturrahman" userId="b9dd9925-3f63-4f58-a981-e486d2a99324" providerId="ADAL" clId="{E601FF30-9E95-4993-BF83-0E8707092A67}" dt="2022-09-03T05:13:16.283" v="10" actId="26606"/>
          <ac:spMkLst>
            <pc:docMk/>
            <pc:sldMk cId="790155643" sldId="261"/>
            <ac:spMk id="22" creationId="{F8260ED5-17F7-4158-B241-D51DD4CF1B7E}"/>
          </ac:spMkLst>
        </pc:spChg>
        <pc:graphicFrameChg chg="add mod modGraphic">
          <ac:chgData name="Hidayaturrahman" userId="b9dd9925-3f63-4f58-a981-e486d2a99324" providerId="ADAL" clId="{E601FF30-9E95-4993-BF83-0E8707092A67}" dt="2022-09-03T05:13:39.381" v="17" actId="403"/>
          <ac:graphicFrameMkLst>
            <pc:docMk/>
            <pc:sldMk cId="790155643" sldId="261"/>
            <ac:graphicFrameMk id="4" creationId="{019A6956-45EA-9143-B59D-5D1B1B545807}"/>
          </ac:graphicFrameMkLst>
        </pc:graphicFrameChg>
      </pc:sldChg>
      <pc:sldChg chg="addSp delSp modSp mod modClrScheme delDesignElem chgLayout">
        <pc:chgData name="Hidayaturrahman" userId="b9dd9925-3f63-4f58-a981-e486d2a99324" providerId="ADAL" clId="{E601FF30-9E95-4993-BF83-0E8707092A67}" dt="2022-09-03T05:16:35.032" v="149" actId="26606"/>
        <pc:sldMkLst>
          <pc:docMk/>
          <pc:sldMk cId="503028074" sldId="262"/>
        </pc:sldMkLst>
        <pc:spChg chg="add mod ord">
          <ac:chgData name="Hidayaturrahman" userId="b9dd9925-3f63-4f58-a981-e486d2a99324" providerId="ADAL" clId="{E601FF30-9E95-4993-BF83-0E8707092A67}" dt="2022-09-03T05:16:35.032" v="149" actId="26606"/>
          <ac:spMkLst>
            <pc:docMk/>
            <pc:sldMk cId="503028074" sldId="262"/>
            <ac:spMk id="15" creationId="{33388A82-9457-8376-36FC-085C964BEA58}"/>
          </ac:spMkLst>
        </pc:spChg>
        <pc:spChg chg="add mod ord">
          <ac:chgData name="Hidayaturrahman" userId="b9dd9925-3f63-4f58-a981-e486d2a99324" providerId="ADAL" clId="{E601FF30-9E95-4993-BF83-0E8707092A67}" dt="2022-09-03T05:16:35.032" v="149" actId="26606"/>
          <ac:spMkLst>
            <pc:docMk/>
            <pc:sldMk cId="503028074" sldId="262"/>
            <ac:spMk id="16" creationId="{0C793E59-2CC4-22A1-1F18-8D23D9A20E1F}"/>
          </ac:spMkLst>
        </pc:spChg>
        <pc:spChg chg="add del">
          <ac:chgData name="Hidayaturrahman" userId="b9dd9925-3f63-4f58-a981-e486d2a99324" providerId="ADAL" clId="{E601FF30-9E95-4993-BF83-0E8707092A67}" dt="2022-09-03T05:12:34.471" v="2" actId="26606"/>
          <ac:spMkLst>
            <pc:docMk/>
            <pc:sldMk cId="503028074" sldId="262"/>
            <ac:spMk id="17" creationId="{B79B9A05-A8CA-E2DD-13F0-A6A71C7EC613}"/>
          </ac:spMkLst>
        </pc:spChg>
        <pc:spChg chg="add del">
          <ac:chgData name="Hidayaturrahman" userId="b9dd9925-3f63-4f58-a981-e486d2a99324" providerId="ADAL" clId="{E601FF30-9E95-4993-BF83-0E8707092A67}" dt="2022-09-03T05:15:25.902" v="82" actId="26606"/>
          <ac:spMkLst>
            <pc:docMk/>
            <pc:sldMk cId="503028074" sldId="262"/>
            <ac:spMk id="18" creationId="{2151139A-886F-4B97-8815-729AD3831BBD}"/>
          </ac:spMkLst>
        </pc:spChg>
        <pc:spChg chg="add del">
          <ac:chgData name="Hidayaturrahman" userId="b9dd9925-3f63-4f58-a981-e486d2a99324" providerId="ADAL" clId="{E601FF30-9E95-4993-BF83-0E8707092A67}" dt="2022-09-03T05:15:57.559" v="144" actId="26606"/>
          <ac:spMkLst>
            <pc:docMk/>
            <pc:sldMk cId="503028074" sldId="262"/>
            <ac:spMk id="19" creationId="{C1DD1A8A-57D5-4A81-AD04-532B043C5611}"/>
          </ac:spMkLst>
        </pc:spChg>
        <pc:spChg chg="add del">
          <ac:chgData name="Hidayaturrahman" userId="b9dd9925-3f63-4f58-a981-e486d2a99324" providerId="ADAL" clId="{E601FF30-9E95-4993-BF83-0E8707092A67}" dt="2022-09-03T05:12:34.471" v="2" actId="26606"/>
          <ac:spMkLst>
            <pc:docMk/>
            <pc:sldMk cId="503028074" sldId="262"/>
            <ac:spMk id="20" creationId="{B712E947-0734-45F9-9C4F-41114EC3A33E}"/>
          </ac:spMkLst>
        </pc:spChg>
        <pc:spChg chg="add del">
          <ac:chgData name="Hidayaturrahman" userId="b9dd9925-3f63-4f58-a981-e486d2a99324" providerId="ADAL" clId="{E601FF30-9E95-4993-BF83-0E8707092A67}" dt="2022-09-03T05:16:07.548" v="146" actId="26606"/>
          <ac:spMkLst>
            <pc:docMk/>
            <pc:sldMk cId="503028074" sldId="262"/>
            <ac:spMk id="23" creationId="{9715DAF0-AE1B-46C9-8A6B-DB2AA05AB91D}"/>
          </ac:spMkLst>
        </pc:spChg>
        <pc:spChg chg="add del">
          <ac:chgData name="Hidayaturrahman" userId="b9dd9925-3f63-4f58-a981-e486d2a99324" providerId="ADAL" clId="{E601FF30-9E95-4993-BF83-0E8707092A67}" dt="2022-09-03T05:15:57.559" v="144" actId="26606"/>
          <ac:spMkLst>
            <pc:docMk/>
            <pc:sldMk cId="503028074" sldId="262"/>
            <ac:spMk id="24" creationId="{007891EC-4501-44ED-A8C8-B11B6DB767AB}"/>
          </ac:spMkLst>
        </pc:spChg>
        <pc:spChg chg="add del">
          <ac:chgData name="Hidayaturrahman" userId="b9dd9925-3f63-4f58-a981-e486d2a99324" providerId="ADAL" clId="{E601FF30-9E95-4993-BF83-0E8707092A67}" dt="2022-09-03T05:16:07.548" v="146" actId="26606"/>
          <ac:spMkLst>
            <pc:docMk/>
            <pc:sldMk cId="503028074" sldId="262"/>
            <ac:spMk id="25" creationId="{6016219D-510E-4184-9090-6D5578A87BD1}"/>
          </ac:spMkLst>
        </pc:spChg>
        <pc:spChg chg="add del">
          <ac:chgData name="Hidayaturrahman" userId="b9dd9925-3f63-4f58-a981-e486d2a99324" providerId="ADAL" clId="{E601FF30-9E95-4993-BF83-0E8707092A67}" dt="2022-09-03T05:15:25.902" v="82" actId="26606"/>
          <ac:spMkLst>
            <pc:docMk/>
            <pc:sldMk cId="503028074" sldId="262"/>
            <ac:spMk id="26" creationId="{DC701763-729E-462F-A5A8-E0DEFEB1E2E4}"/>
          </ac:spMkLst>
        </pc:spChg>
        <pc:spChg chg="add del">
          <ac:chgData name="Hidayaturrahman" userId="b9dd9925-3f63-4f58-a981-e486d2a99324" providerId="ADAL" clId="{E601FF30-9E95-4993-BF83-0E8707092A67}" dt="2022-09-03T05:15:25.902" v="82" actId="26606"/>
          <ac:spMkLst>
            <pc:docMk/>
            <pc:sldMk cId="503028074" sldId="262"/>
            <ac:spMk id="27" creationId="{AB5E08C4-8CDD-4623-A5B8-E998C6DEE3B7}"/>
          </ac:spMkLst>
        </pc:spChg>
        <pc:spChg chg="add del">
          <ac:chgData name="Hidayaturrahman" userId="b9dd9925-3f63-4f58-a981-e486d2a99324" providerId="ADAL" clId="{E601FF30-9E95-4993-BF83-0E8707092A67}" dt="2022-09-03T05:15:25.902" v="82" actId="26606"/>
          <ac:spMkLst>
            <pc:docMk/>
            <pc:sldMk cId="503028074" sldId="262"/>
            <ac:spMk id="28" creationId="{15F33878-D502-4FFA-8ACE-F2AECDB2A23F}"/>
          </ac:spMkLst>
        </pc:spChg>
        <pc:spChg chg="add del">
          <ac:chgData name="Hidayaturrahman" userId="b9dd9925-3f63-4f58-a981-e486d2a99324" providerId="ADAL" clId="{E601FF30-9E95-4993-BF83-0E8707092A67}" dt="2022-09-03T05:15:25.902" v="82" actId="26606"/>
          <ac:spMkLst>
            <pc:docMk/>
            <pc:sldMk cId="503028074" sldId="262"/>
            <ac:spMk id="29" creationId="{D3539FEE-81D3-4406-802E-60B20B16F4F6}"/>
          </ac:spMkLst>
        </pc:spChg>
        <pc:spChg chg="add del">
          <ac:chgData name="Hidayaturrahman" userId="b9dd9925-3f63-4f58-a981-e486d2a99324" providerId="ADAL" clId="{E601FF30-9E95-4993-BF83-0E8707092A67}" dt="2022-09-03T05:16:07.548" v="146" actId="26606"/>
          <ac:spMkLst>
            <pc:docMk/>
            <pc:sldMk cId="503028074" sldId="262"/>
            <ac:spMk id="30" creationId="{6F5A5072-7B47-4D32-B52A-4EBBF590B8A5}"/>
          </ac:spMkLst>
        </pc:spChg>
        <pc:spChg chg="add del">
          <ac:chgData name="Hidayaturrahman" userId="b9dd9925-3f63-4f58-a981-e486d2a99324" providerId="ADAL" clId="{E601FF30-9E95-4993-BF83-0E8707092A67}" dt="2022-09-03T05:16:07.548" v="146" actId="26606"/>
          <ac:spMkLst>
            <pc:docMk/>
            <pc:sldMk cId="503028074" sldId="262"/>
            <ac:spMk id="31" creationId="{C29501E6-A978-4A61-9689-9085AF97A53A}"/>
          </ac:spMkLst>
        </pc:spChg>
        <pc:spChg chg="add del">
          <ac:chgData name="Hidayaturrahman" userId="b9dd9925-3f63-4f58-a981-e486d2a99324" providerId="ADAL" clId="{E601FF30-9E95-4993-BF83-0E8707092A67}" dt="2022-09-03T05:16:07.548" v="146" actId="26606"/>
          <ac:spMkLst>
            <pc:docMk/>
            <pc:sldMk cId="503028074" sldId="262"/>
            <ac:spMk id="32" creationId="{AFF4A713-7B75-4B21-90D7-5AB19547C728}"/>
          </ac:spMkLst>
        </pc:spChg>
        <pc:spChg chg="add del">
          <ac:chgData name="Hidayaturrahman" userId="b9dd9925-3f63-4f58-a981-e486d2a99324" providerId="ADAL" clId="{E601FF30-9E95-4993-BF83-0E8707092A67}" dt="2022-09-03T05:16:07.548" v="146" actId="26606"/>
          <ac:spMkLst>
            <pc:docMk/>
            <pc:sldMk cId="503028074" sldId="262"/>
            <ac:spMk id="33" creationId="{DC631C0B-6DA6-4E57-8231-CE32B3434A7E}"/>
          </ac:spMkLst>
        </pc:spChg>
        <pc:spChg chg="add del">
          <ac:chgData name="Hidayaturrahman" userId="b9dd9925-3f63-4f58-a981-e486d2a99324" providerId="ADAL" clId="{E601FF30-9E95-4993-BF83-0E8707092A67}" dt="2022-09-03T05:15:25.867" v="81" actId="26606"/>
          <ac:spMkLst>
            <pc:docMk/>
            <pc:sldMk cId="503028074" sldId="262"/>
            <ac:spMk id="34" creationId="{DEE2AD96-B495-4E06-9291-B71706F728CB}"/>
          </ac:spMkLst>
        </pc:spChg>
        <pc:spChg chg="add del">
          <ac:chgData name="Hidayaturrahman" userId="b9dd9925-3f63-4f58-a981-e486d2a99324" providerId="ADAL" clId="{E601FF30-9E95-4993-BF83-0E8707092A67}" dt="2022-09-03T05:16:35.032" v="149" actId="26606"/>
          <ac:spMkLst>
            <pc:docMk/>
            <pc:sldMk cId="503028074" sldId="262"/>
            <ac:spMk id="35" creationId="{0E30439A-8A5B-46EC-8283-9B6B031D40D0}"/>
          </ac:spMkLst>
        </pc:spChg>
        <pc:spChg chg="add del">
          <ac:chgData name="Hidayaturrahman" userId="b9dd9925-3f63-4f58-a981-e486d2a99324" providerId="ADAL" clId="{E601FF30-9E95-4993-BF83-0E8707092A67}" dt="2022-09-03T05:15:25.867" v="81" actId="26606"/>
          <ac:spMkLst>
            <pc:docMk/>
            <pc:sldMk cId="503028074" sldId="262"/>
            <ac:spMk id="36" creationId="{53CF6D67-C5A8-4ADD-9E8E-1E38CA1D3166}"/>
          </ac:spMkLst>
        </pc:spChg>
        <pc:spChg chg="add del">
          <ac:chgData name="Hidayaturrahman" userId="b9dd9925-3f63-4f58-a981-e486d2a99324" providerId="ADAL" clId="{E601FF30-9E95-4993-BF83-0E8707092A67}" dt="2022-09-03T05:16:35.032" v="149" actId="26606"/>
          <ac:spMkLst>
            <pc:docMk/>
            <pc:sldMk cId="503028074" sldId="262"/>
            <ac:spMk id="37" creationId="{5CEAD642-85CF-4750-8432-7C80C901F001}"/>
          </ac:spMkLst>
        </pc:spChg>
        <pc:spChg chg="add del">
          <ac:chgData name="Hidayaturrahman" userId="b9dd9925-3f63-4f58-a981-e486d2a99324" providerId="ADAL" clId="{E601FF30-9E95-4993-BF83-0E8707092A67}" dt="2022-09-03T05:15:25.867" v="81" actId="26606"/>
          <ac:spMkLst>
            <pc:docMk/>
            <pc:sldMk cId="503028074" sldId="262"/>
            <ac:spMk id="38" creationId="{86909FA0-B515-4681-B7A8-FA281D133B94}"/>
          </ac:spMkLst>
        </pc:spChg>
        <pc:spChg chg="add del">
          <ac:chgData name="Hidayaturrahman" userId="b9dd9925-3f63-4f58-a981-e486d2a99324" providerId="ADAL" clId="{E601FF30-9E95-4993-BF83-0E8707092A67}" dt="2022-09-03T05:16:35.032" v="149" actId="26606"/>
          <ac:spMkLst>
            <pc:docMk/>
            <pc:sldMk cId="503028074" sldId="262"/>
            <ac:spMk id="39" creationId="{FA33EEAE-15D5-4119-8C1E-89D943F911EF}"/>
          </ac:spMkLst>
        </pc:spChg>
        <pc:spChg chg="add del">
          <ac:chgData name="Hidayaturrahman" userId="b9dd9925-3f63-4f58-a981-e486d2a99324" providerId="ADAL" clId="{E601FF30-9E95-4993-BF83-0E8707092A67}" dt="2022-09-03T05:15:25.867" v="81" actId="26606"/>
          <ac:spMkLst>
            <pc:docMk/>
            <pc:sldMk cId="503028074" sldId="262"/>
            <ac:spMk id="40" creationId="{21C9FE86-FCC3-4A31-AA1C-C882262B7FE7}"/>
          </ac:spMkLst>
        </pc:spChg>
        <pc:spChg chg="add del">
          <ac:chgData name="Hidayaturrahman" userId="b9dd9925-3f63-4f58-a981-e486d2a99324" providerId="ADAL" clId="{E601FF30-9E95-4993-BF83-0E8707092A67}" dt="2022-09-03T05:16:35.032" v="149" actId="26606"/>
          <ac:spMkLst>
            <pc:docMk/>
            <pc:sldMk cId="503028074" sldId="262"/>
            <ac:spMk id="41" creationId="{730D8B3B-9B80-4025-B934-26DC7D7CD231}"/>
          </ac:spMkLst>
        </pc:spChg>
        <pc:spChg chg="add del">
          <ac:chgData name="Hidayaturrahman" userId="b9dd9925-3f63-4f58-a981-e486d2a99324" providerId="ADAL" clId="{E601FF30-9E95-4993-BF83-0E8707092A67}" dt="2022-09-03T05:15:25.867" v="81" actId="26606"/>
          <ac:spMkLst>
            <pc:docMk/>
            <pc:sldMk cId="503028074" sldId="262"/>
            <ac:spMk id="42" creationId="{7D96243B-ECED-4B71-8E06-AE9A285EAD20}"/>
          </ac:spMkLst>
        </pc:spChg>
        <pc:spChg chg="add del">
          <ac:chgData name="Hidayaturrahman" userId="b9dd9925-3f63-4f58-a981-e486d2a99324" providerId="ADAL" clId="{E601FF30-9E95-4993-BF83-0E8707092A67}" dt="2022-09-03T05:16:35.032" v="149" actId="26606"/>
          <ac:spMkLst>
            <pc:docMk/>
            <pc:sldMk cId="503028074" sldId="262"/>
            <ac:spMk id="43" creationId="{B5A1B09C-1565-46F8-B70F-621C5EB48A09}"/>
          </ac:spMkLst>
        </pc:spChg>
        <pc:spChg chg="add del">
          <ac:chgData name="Hidayaturrahman" userId="b9dd9925-3f63-4f58-a981-e486d2a99324" providerId="ADAL" clId="{E601FF30-9E95-4993-BF83-0E8707092A67}" dt="2022-09-03T05:15:25.867" v="81" actId="26606"/>
          <ac:spMkLst>
            <pc:docMk/>
            <pc:sldMk cId="503028074" sldId="262"/>
            <ac:spMk id="44" creationId="{A09989E4-EFDC-4A90-A633-E0525FB4139E}"/>
          </ac:spMkLst>
        </pc:spChg>
        <pc:spChg chg="add del">
          <ac:chgData name="Hidayaturrahman" userId="b9dd9925-3f63-4f58-a981-e486d2a99324" providerId="ADAL" clId="{E601FF30-9E95-4993-BF83-0E8707092A67}" dt="2022-09-03T05:16:35.032" v="149" actId="26606"/>
          <ac:spMkLst>
            <pc:docMk/>
            <pc:sldMk cId="503028074" sldId="262"/>
            <ac:spMk id="45" creationId="{8C516CC8-80AC-446C-A56E-9F54B7210402}"/>
          </ac:spMkLst>
        </pc:spChg>
        <pc:spChg chg="add del">
          <ac:chgData name="Hidayaturrahman" userId="b9dd9925-3f63-4f58-a981-e486d2a99324" providerId="ADAL" clId="{E601FF30-9E95-4993-BF83-0E8707092A67}" dt="2022-09-03T05:15:28.825" v="83" actId="700"/>
          <ac:spMkLst>
            <pc:docMk/>
            <pc:sldMk cId="503028074" sldId="262"/>
            <ac:spMk id="46" creationId="{1B15ED52-F352-441B-82BF-E0EA34836D08}"/>
          </ac:spMkLst>
        </pc:spChg>
        <pc:spChg chg="add del">
          <ac:chgData name="Hidayaturrahman" userId="b9dd9925-3f63-4f58-a981-e486d2a99324" providerId="ADAL" clId="{E601FF30-9E95-4993-BF83-0E8707092A67}" dt="2022-09-03T05:15:28.825" v="83" actId="700"/>
          <ac:spMkLst>
            <pc:docMk/>
            <pc:sldMk cId="503028074" sldId="262"/>
            <ac:spMk id="47" creationId="{3B2E3793-BFE6-45A2-9B7B-E18844431C99}"/>
          </ac:spMkLst>
        </pc:spChg>
        <pc:spChg chg="add del">
          <ac:chgData name="Hidayaturrahman" userId="b9dd9925-3f63-4f58-a981-e486d2a99324" providerId="ADAL" clId="{E601FF30-9E95-4993-BF83-0E8707092A67}" dt="2022-09-03T05:15:28.825" v="83" actId="700"/>
          <ac:spMkLst>
            <pc:docMk/>
            <pc:sldMk cId="503028074" sldId="262"/>
            <ac:spMk id="48" creationId="{BC4C4868-CB8F-4AF9-9CDB-8108F2C19B67}"/>
          </ac:spMkLst>
        </pc:spChg>
        <pc:spChg chg="add del">
          <ac:chgData name="Hidayaturrahman" userId="b9dd9925-3f63-4f58-a981-e486d2a99324" providerId="ADAL" clId="{E601FF30-9E95-4993-BF83-0E8707092A67}" dt="2022-09-03T05:15:28.825" v="83" actId="700"/>
          <ac:spMkLst>
            <pc:docMk/>
            <pc:sldMk cId="503028074" sldId="262"/>
            <ac:spMk id="49" creationId="{375E0459-6403-40CD-989D-56A4407CA12E}"/>
          </ac:spMkLst>
        </pc:spChg>
        <pc:spChg chg="add del">
          <ac:chgData name="Hidayaturrahman" userId="b9dd9925-3f63-4f58-a981-e486d2a99324" providerId="ADAL" clId="{E601FF30-9E95-4993-BF83-0E8707092A67}" dt="2022-09-03T05:15:28.825" v="83" actId="700"/>
          <ac:spMkLst>
            <pc:docMk/>
            <pc:sldMk cId="503028074" sldId="262"/>
            <ac:spMk id="50" creationId="{53E5B1A8-3AC9-4BD1-9BBC-78CA94F2D1BA}"/>
          </ac:spMkLst>
        </pc:spChg>
        <pc:spChg chg="add del">
          <ac:chgData name="Hidayaturrahman" userId="b9dd9925-3f63-4f58-a981-e486d2a99324" providerId="ADAL" clId="{E601FF30-9E95-4993-BF83-0E8707092A67}" dt="2022-09-03T05:16:35.032" v="149" actId="26606"/>
          <ac:spMkLst>
            <pc:docMk/>
            <pc:sldMk cId="503028074" sldId="262"/>
            <ac:spMk id="51" creationId="{53947E58-F088-49F1-A3D1-DEA690192E84}"/>
          </ac:spMkLst>
        </pc:spChg>
        <pc:spChg chg="add">
          <ac:chgData name="Hidayaturrahman" userId="b9dd9925-3f63-4f58-a981-e486d2a99324" providerId="ADAL" clId="{E601FF30-9E95-4993-BF83-0E8707092A67}" dt="2022-09-03T05:16:35.032" v="149" actId="26606"/>
          <ac:spMkLst>
            <pc:docMk/>
            <pc:sldMk cId="503028074" sldId="262"/>
            <ac:spMk id="56" creationId="{DA9C8D46-54D8-4DF1-99A2-E651C7B132F4}"/>
          </ac:spMkLst>
        </pc:spChg>
        <pc:spChg chg="add">
          <ac:chgData name="Hidayaturrahman" userId="b9dd9925-3f63-4f58-a981-e486d2a99324" providerId="ADAL" clId="{E601FF30-9E95-4993-BF83-0E8707092A67}" dt="2022-09-03T05:16:35.032" v="149" actId="26606"/>
          <ac:spMkLst>
            <pc:docMk/>
            <pc:sldMk cId="503028074" sldId="262"/>
            <ac:spMk id="58" creationId="{9715DAF0-AE1B-46C9-8A6B-DB2AA05AB91D}"/>
          </ac:spMkLst>
        </pc:spChg>
        <pc:spChg chg="add">
          <ac:chgData name="Hidayaturrahman" userId="b9dd9925-3f63-4f58-a981-e486d2a99324" providerId="ADAL" clId="{E601FF30-9E95-4993-BF83-0E8707092A67}" dt="2022-09-03T05:16:35.032" v="149" actId="26606"/>
          <ac:spMkLst>
            <pc:docMk/>
            <pc:sldMk cId="503028074" sldId="262"/>
            <ac:spMk id="60" creationId="{DE12BF4D-F47A-41C1-85FC-652E412D3B47}"/>
          </ac:spMkLst>
        </pc:spChg>
        <pc:spChg chg="add">
          <ac:chgData name="Hidayaturrahman" userId="b9dd9925-3f63-4f58-a981-e486d2a99324" providerId="ADAL" clId="{E601FF30-9E95-4993-BF83-0E8707092A67}" dt="2022-09-03T05:16:35.032" v="149" actId="26606"/>
          <ac:spMkLst>
            <pc:docMk/>
            <pc:sldMk cId="503028074" sldId="262"/>
            <ac:spMk id="62" creationId="{AAF055B3-1F95-4ABA-BFE4-A58320A8206E}"/>
          </ac:spMkLst>
        </pc:spChg>
        <pc:spChg chg="add">
          <ac:chgData name="Hidayaturrahman" userId="b9dd9925-3f63-4f58-a981-e486d2a99324" providerId="ADAL" clId="{E601FF30-9E95-4993-BF83-0E8707092A67}" dt="2022-09-03T05:16:35.032" v="149" actId="26606"/>
          <ac:spMkLst>
            <pc:docMk/>
            <pc:sldMk cId="503028074" sldId="262"/>
            <ac:spMk id="64" creationId="{65FBF53F-BBBA-4974-AD72-0E8CD294E50F}"/>
          </ac:spMkLst>
        </pc:spChg>
        <pc:spChg chg="add">
          <ac:chgData name="Hidayaturrahman" userId="b9dd9925-3f63-4f58-a981-e486d2a99324" providerId="ADAL" clId="{E601FF30-9E95-4993-BF83-0E8707092A67}" dt="2022-09-03T05:16:35.032" v="149" actId="26606"/>
          <ac:spMkLst>
            <pc:docMk/>
            <pc:sldMk cId="503028074" sldId="262"/>
            <ac:spMk id="66" creationId="{5A2875D7-3769-4291-959E-9FAD764A760C}"/>
          </ac:spMkLst>
        </pc:spChg>
        <pc:grpChg chg="add del">
          <ac:chgData name="Hidayaturrahman" userId="b9dd9925-3f63-4f58-a981-e486d2a99324" providerId="ADAL" clId="{E601FF30-9E95-4993-BF83-0E8707092A67}" dt="2022-09-03T05:12:34.471" v="2" actId="26606"/>
          <ac:grpSpMkLst>
            <pc:docMk/>
            <pc:sldMk cId="503028074" sldId="262"/>
            <ac:grpSpMk id="22" creationId="{12B3290A-D3BF-4B87-B55B-FD9A98B49727}"/>
          </ac:grpSpMkLst>
        </pc:grpChg>
        <pc:picChg chg="del mod ord">
          <ac:chgData name="Hidayaturrahman" userId="b9dd9925-3f63-4f58-a981-e486d2a99324" providerId="ADAL" clId="{E601FF30-9E95-4993-BF83-0E8707092A67}" dt="2022-09-03T05:15:04.830" v="63" actId="478"/>
          <ac:picMkLst>
            <pc:docMk/>
            <pc:sldMk cId="503028074" sldId="262"/>
            <ac:picMk id="7" creationId="{31265DB3-9893-6C29-0474-2ACE05E03CA5}"/>
          </ac:picMkLst>
        </pc:picChg>
        <pc:picChg chg="del mod">
          <ac:chgData name="Hidayaturrahman" userId="b9dd9925-3f63-4f58-a981-e486d2a99324" providerId="ADAL" clId="{E601FF30-9E95-4993-BF83-0E8707092A67}" dt="2022-09-03T05:15:01.475" v="62" actId="478"/>
          <ac:picMkLst>
            <pc:docMk/>
            <pc:sldMk cId="503028074" sldId="262"/>
            <ac:picMk id="13" creationId="{32A6E032-BD25-AA2E-7847-27FFAB9DE335}"/>
          </ac:picMkLst>
        </pc:picChg>
        <pc:picChg chg="add del">
          <ac:chgData name="Hidayaturrahman" userId="b9dd9925-3f63-4f58-a981-e486d2a99324" providerId="ADAL" clId="{E601FF30-9E95-4993-BF83-0E8707092A67}" dt="2022-09-03T05:15:57.559" v="144" actId="26606"/>
          <ac:picMkLst>
            <pc:docMk/>
            <pc:sldMk cId="503028074" sldId="262"/>
            <ac:picMk id="21" creationId="{EBBA46AB-2C7A-1E8D-CA13-F2AA2DBF5793}"/>
          </ac:picMkLst>
        </pc:picChg>
      </pc:sldChg>
      <pc:sldChg chg="addSp modSp new mod setBg addAnim">
        <pc:chgData name="Hidayaturrahman" userId="b9dd9925-3f63-4f58-a981-e486d2a99324" providerId="ADAL" clId="{E601FF30-9E95-4993-BF83-0E8707092A67}" dt="2022-09-03T05:14:31.889" v="58"/>
        <pc:sldMkLst>
          <pc:docMk/>
          <pc:sldMk cId="160203439" sldId="263"/>
        </pc:sldMkLst>
        <pc:spChg chg="mod">
          <ac:chgData name="Hidayaturrahman" userId="b9dd9925-3f63-4f58-a981-e486d2a99324" providerId="ADAL" clId="{E601FF30-9E95-4993-BF83-0E8707092A67}" dt="2022-09-03T05:14:31.877" v="57" actId="26606"/>
          <ac:spMkLst>
            <pc:docMk/>
            <pc:sldMk cId="160203439" sldId="263"/>
            <ac:spMk id="2" creationId="{C9DAEF68-E43B-B60B-0A2E-21FC52F7051A}"/>
          </ac:spMkLst>
        </pc:spChg>
        <pc:spChg chg="mod">
          <ac:chgData name="Hidayaturrahman" userId="b9dd9925-3f63-4f58-a981-e486d2a99324" providerId="ADAL" clId="{E601FF30-9E95-4993-BF83-0E8707092A67}" dt="2022-09-03T05:14:31.877" v="57" actId="26606"/>
          <ac:spMkLst>
            <pc:docMk/>
            <pc:sldMk cId="160203439" sldId="263"/>
            <ac:spMk id="3" creationId="{E304E324-B717-F498-8EAE-F10240E5FDB8}"/>
          </ac:spMkLst>
        </pc:spChg>
        <pc:spChg chg="add">
          <ac:chgData name="Hidayaturrahman" userId="b9dd9925-3f63-4f58-a981-e486d2a99324" providerId="ADAL" clId="{E601FF30-9E95-4993-BF83-0E8707092A67}" dt="2022-09-03T05:14:31.877" v="57" actId="26606"/>
          <ac:spMkLst>
            <pc:docMk/>
            <pc:sldMk cId="160203439" sldId="263"/>
            <ac:spMk id="8" creationId="{43C48B49-6135-48B6-AC0F-97E5D8D1F03F}"/>
          </ac:spMkLst>
        </pc:spChg>
        <pc:spChg chg="add">
          <ac:chgData name="Hidayaturrahman" userId="b9dd9925-3f63-4f58-a981-e486d2a99324" providerId="ADAL" clId="{E601FF30-9E95-4993-BF83-0E8707092A67}" dt="2022-09-03T05:14:31.877" v="57" actId="26606"/>
          <ac:spMkLst>
            <pc:docMk/>
            <pc:sldMk cId="160203439" sldId="263"/>
            <ac:spMk id="10" creationId="{9715DAF0-AE1B-46C9-8A6B-DB2AA05AB91D}"/>
          </ac:spMkLst>
        </pc:spChg>
        <pc:spChg chg="add">
          <ac:chgData name="Hidayaturrahman" userId="b9dd9925-3f63-4f58-a981-e486d2a99324" providerId="ADAL" clId="{E601FF30-9E95-4993-BF83-0E8707092A67}" dt="2022-09-03T05:14:31.877" v="57" actId="26606"/>
          <ac:spMkLst>
            <pc:docMk/>
            <pc:sldMk cId="160203439" sldId="263"/>
            <ac:spMk id="12" creationId="{DC631C0B-6DA6-4E57-8231-CE32B3434A7E}"/>
          </ac:spMkLst>
        </pc:spChg>
        <pc:spChg chg="add">
          <ac:chgData name="Hidayaturrahman" userId="b9dd9925-3f63-4f58-a981-e486d2a99324" providerId="ADAL" clId="{E601FF30-9E95-4993-BF83-0E8707092A67}" dt="2022-09-03T05:14:31.877" v="57" actId="26606"/>
          <ac:spMkLst>
            <pc:docMk/>
            <pc:sldMk cId="160203439" sldId="263"/>
            <ac:spMk id="14" creationId="{F256AC18-FB41-4977-8B0C-F5082335AB7D}"/>
          </ac:spMkLst>
        </pc:spChg>
        <pc:spChg chg="add">
          <ac:chgData name="Hidayaturrahman" userId="b9dd9925-3f63-4f58-a981-e486d2a99324" providerId="ADAL" clId="{E601FF30-9E95-4993-BF83-0E8707092A67}" dt="2022-09-03T05:14:31.877" v="57" actId="26606"/>
          <ac:spMkLst>
            <pc:docMk/>
            <pc:sldMk cId="160203439" sldId="263"/>
            <ac:spMk id="16" creationId="{AFF4A713-7B75-4B21-90D7-5AB19547C728}"/>
          </ac:spMkLst>
        </pc:spChg>
      </pc:sldChg>
      <pc:sldChg chg="delSp add mod">
        <pc:chgData name="Hidayaturrahman" userId="b9dd9925-3f63-4f58-a981-e486d2a99324" providerId="ADAL" clId="{E601FF30-9E95-4993-BF83-0E8707092A67}" dt="2022-09-03T05:17:58.599" v="164" actId="478"/>
        <pc:sldMkLst>
          <pc:docMk/>
          <pc:sldMk cId="723647775" sldId="264"/>
        </pc:sldMkLst>
        <pc:spChg chg="del">
          <ac:chgData name="Hidayaturrahman" userId="b9dd9925-3f63-4f58-a981-e486d2a99324" providerId="ADAL" clId="{E601FF30-9E95-4993-BF83-0E8707092A67}" dt="2022-09-03T05:17:58.599" v="164" actId="478"/>
          <ac:spMkLst>
            <pc:docMk/>
            <pc:sldMk cId="723647775" sldId="264"/>
            <ac:spMk id="13" creationId="{E6A2FD03-BAD6-CA8D-4AF8-6588F4A21264}"/>
          </ac:spMkLst>
        </pc:spChg>
      </pc:sldChg>
      <pc:sldChg chg="delSp add mod">
        <pc:chgData name="Hidayaturrahman" userId="b9dd9925-3f63-4f58-a981-e486d2a99324" providerId="ADAL" clId="{E601FF30-9E95-4993-BF83-0E8707092A67}" dt="2022-09-03T05:18:04.303" v="165" actId="478"/>
        <pc:sldMkLst>
          <pc:docMk/>
          <pc:sldMk cId="1555798648" sldId="265"/>
        </pc:sldMkLst>
        <pc:spChg chg="del">
          <ac:chgData name="Hidayaturrahman" userId="b9dd9925-3f63-4f58-a981-e486d2a99324" providerId="ADAL" clId="{E601FF30-9E95-4993-BF83-0E8707092A67}" dt="2022-09-03T05:18:04.303" v="165" actId="478"/>
          <ac:spMkLst>
            <pc:docMk/>
            <pc:sldMk cId="1555798648" sldId="265"/>
            <ac:spMk id="8" creationId="{0BF9E862-43B5-DC63-B42F-1D93E4F088F9}"/>
          </ac:spMkLst>
        </pc:spChg>
      </pc:sldChg>
      <pc:sldChg chg="delSp add mod">
        <pc:chgData name="Hidayaturrahman" userId="b9dd9925-3f63-4f58-a981-e486d2a99324" providerId="ADAL" clId="{E601FF30-9E95-4993-BF83-0E8707092A67}" dt="2022-09-03T05:18:09.141" v="166" actId="478"/>
        <pc:sldMkLst>
          <pc:docMk/>
          <pc:sldMk cId="108267038" sldId="266"/>
        </pc:sldMkLst>
        <pc:spChg chg="del">
          <ac:chgData name="Hidayaturrahman" userId="b9dd9925-3f63-4f58-a981-e486d2a99324" providerId="ADAL" clId="{E601FF30-9E95-4993-BF83-0E8707092A67}" dt="2022-09-03T05:18:09.141" v="166" actId="478"/>
          <ac:spMkLst>
            <pc:docMk/>
            <pc:sldMk cId="108267038" sldId="266"/>
            <ac:spMk id="11" creationId="{A5BF9850-2D2F-7E5B-DB8E-80A4582C1929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AD31D0-1C20-426D-ABE6-CBA0EA41C9B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640C4887-8E75-46C7-A4E4-E8AA9D32F52F}">
      <dgm:prSet/>
      <dgm:spPr/>
      <dgm:t>
        <a:bodyPr/>
        <a:lstStyle/>
        <a:p>
          <a:pPr>
            <a:defRPr cap="all"/>
          </a:pPr>
          <a:r>
            <a:rPr lang="en-US"/>
            <a:t>Header file </a:t>
          </a:r>
        </a:p>
      </dgm:t>
    </dgm:pt>
    <dgm:pt modelId="{892C1467-C4C7-4AC4-B3C2-B77B6B2FDDA8}" type="parTrans" cxnId="{E278E625-3B1C-4073-90C9-F3FD3C982236}">
      <dgm:prSet/>
      <dgm:spPr/>
      <dgm:t>
        <a:bodyPr/>
        <a:lstStyle/>
        <a:p>
          <a:endParaRPr lang="en-US"/>
        </a:p>
      </dgm:t>
    </dgm:pt>
    <dgm:pt modelId="{E396BC0F-C39B-414F-97CA-062348281517}" type="sibTrans" cxnId="{E278E625-3B1C-4073-90C9-F3FD3C982236}">
      <dgm:prSet/>
      <dgm:spPr/>
      <dgm:t>
        <a:bodyPr/>
        <a:lstStyle/>
        <a:p>
          <a:endParaRPr lang="en-US"/>
        </a:p>
      </dgm:t>
    </dgm:pt>
    <dgm:pt modelId="{8C4B7FD0-777C-47F1-890F-D0FA0E516A8E}">
      <dgm:prSet/>
      <dgm:spPr/>
      <dgm:t>
        <a:bodyPr/>
        <a:lstStyle/>
        <a:p>
          <a:pPr>
            <a:defRPr cap="all"/>
          </a:pPr>
          <a:r>
            <a:rPr lang="en-US"/>
            <a:t>Variable</a:t>
          </a:r>
        </a:p>
      </dgm:t>
    </dgm:pt>
    <dgm:pt modelId="{CA3021B3-906A-4CA4-892F-78697ECCBA48}" type="parTrans" cxnId="{A68A003E-3B36-4BF8-945A-CE767E112B5B}">
      <dgm:prSet/>
      <dgm:spPr/>
      <dgm:t>
        <a:bodyPr/>
        <a:lstStyle/>
        <a:p>
          <a:endParaRPr lang="en-US"/>
        </a:p>
      </dgm:t>
    </dgm:pt>
    <dgm:pt modelId="{A2031A72-2ECD-4EA7-A360-E0311D50238C}" type="sibTrans" cxnId="{A68A003E-3B36-4BF8-945A-CE767E112B5B}">
      <dgm:prSet/>
      <dgm:spPr/>
      <dgm:t>
        <a:bodyPr/>
        <a:lstStyle/>
        <a:p>
          <a:endParaRPr lang="en-US"/>
        </a:p>
      </dgm:t>
    </dgm:pt>
    <dgm:pt modelId="{DA3CAC10-2492-45EE-B811-23D6DED11A64}">
      <dgm:prSet/>
      <dgm:spPr/>
      <dgm:t>
        <a:bodyPr/>
        <a:lstStyle/>
        <a:p>
          <a:pPr>
            <a:defRPr cap="all"/>
          </a:pPr>
          <a:r>
            <a:rPr lang="en-US"/>
            <a:t>Constant </a:t>
          </a:r>
        </a:p>
      </dgm:t>
    </dgm:pt>
    <dgm:pt modelId="{208AB85C-282A-4B26-925B-8C51C4A4FCF7}" type="parTrans" cxnId="{74EB5FF0-C833-403A-B11B-1216A581D629}">
      <dgm:prSet/>
      <dgm:spPr/>
      <dgm:t>
        <a:bodyPr/>
        <a:lstStyle/>
        <a:p>
          <a:endParaRPr lang="en-US"/>
        </a:p>
      </dgm:t>
    </dgm:pt>
    <dgm:pt modelId="{62B49A16-0B3B-4838-AC31-91021A6D070B}" type="sibTrans" cxnId="{74EB5FF0-C833-403A-B11B-1216A581D629}">
      <dgm:prSet/>
      <dgm:spPr/>
      <dgm:t>
        <a:bodyPr/>
        <a:lstStyle/>
        <a:p>
          <a:endParaRPr lang="en-US"/>
        </a:p>
      </dgm:t>
    </dgm:pt>
    <dgm:pt modelId="{68C712A4-724B-4FB5-ACCE-09D0AD033DFC}">
      <dgm:prSet/>
      <dgm:spPr/>
      <dgm:t>
        <a:bodyPr/>
        <a:lstStyle/>
        <a:p>
          <a:pPr>
            <a:defRPr cap="all"/>
          </a:pPr>
          <a:r>
            <a:rPr lang="en-US"/>
            <a:t>Data type</a:t>
          </a:r>
        </a:p>
      </dgm:t>
    </dgm:pt>
    <dgm:pt modelId="{D818B695-B890-4EB9-BBD5-902E4BFA882A}" type="parTrans" cxnId="{0A9C255A-676C-4124-9ECC-8987DF58C7CD}">
      <dgm:prSet/>
      <dgm:spPr/>
      <dgm:t>
        <a:bodyPr/>
        <a:lstStyle/>
        <a:p>
          <a:endParaRPr lang="en-US"/>
        </a:p>
      </dgm:t>
    </dgm:pt>
    <dgm:pt modelId="{D2ACF37C-E597-4537-9CDF-A5FB0D916165}" type="sibTrans" cxnId="{0A9C255A-676C-4124-9ECC-8987DF58C7CD}">
      <dgm:prSet/>
      <dgm:spPr/>
      <dgm:t>
        <a:bodyPr/>
        <a:lstStyle/>
        <a:p>
          <a:endParaRPr lang="en-US"/>
        </a:p>
      </dgm:t>
    </dgm:pt>
    <dgm:pt modelId="{0F7F68DD-4360-4197-934C-F4CD13A08756}" type="pres">
      <dgm:prSet presAssocID="{AAAD31D0-1C20-426D-ABE6-CBA0EA41C9B7}" presName="root" presStyleCnt="0">
        <dgm:presLayoutVars>
          <dgm:dir/>
          <dgm:resizeHandles val="exact"/>
        </dgm:presLayoutVars>
      </dgm:prSet>
      <dgm:spPr/>
    </dgm:pt>
    <dgm:pt modelId="{782E2996-21C5-4D8C-BAFF-C898F2A160A6}" type="pres">
      <dgm:prSet presAssocID="{640C4887-8E75-46C7-A4E4-E8AA9D32F52F}" presName="compNode" presStyleCnt="0"/>
      <dgm:spPr/>
    </dgm:pt>
    <dgm:pt modelId="{1954EB5E-1719-4BD6-8848-19E1A5EC530A}" type="pres">
      <dgm:prSet presAssocID="{640C4887-8E75-46C7-A4E4-E8AA9D32F52F}" presName="iconBgRect" presStyleLbl="bgShp" presStyleIdx="0" presStyleCnt="4"/>
      <dgm:spPr/>
    </dgm:pt>
    <dgm:pt modelId="{D2D78F6D-CE99-4385-B6B1-47B68128A80C}" type="pres">
      <dgm:prSet presAssocID="{640C4887-8E75-46C7-A4E4-E8AA9D32F52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B9B8CEFD-EA9B-4B21-BD57-756D14A43972}" type="pres">
      <dgm:prSet presAssocID="{640C4887-8E75-46C7-A4E4-E8AA9D32F52F}" presName="spaceRect" presStyleCnt="0"/>
      <dgm:spPr/>
    </dgm:pt>
    <dgm:pt modelId="{6ECE44F3-3A5A-4BFC-9257-553F510E8CC8}" type="pres">
      <dgm:prSet presAssocID="{640C4887-8E75-46C7-A4E4-E8AA9D32F52F}" presName="textRect" presStyleLbl="revTx" presStyleIdx="0" presStyleCnt="4">
        <dgm:presLayoutVars>
          <dgm:chMax val="1"/>
          <dgm:chPref val="1"/>
        </dgm:presLayoutVars>
      </dgm:prSet>
      <dgm:spPr/>
    </dgm:pt>
    <dgm:pt modelId="{DDE37927-EB4C-42DF-BA61-8EDAD192921B}" type="pres">
      <dgm:prSet presAssocID="{E396BC0F-C39B-414F-97CA-062348281517}" presName="sibTrans" presStyleCnt="0"/>
      <dgm:spPr/>
    </dgm:pt>
    <dgm:pt modelId="{4F6DFDF3-DB0B-466B-B434-39E79AE140B6}" type="pres">
      <dgm:prSet presAssocID="{8C4B7FD0-777C-47F1-890F-D0FA0E516A8E}" presName="compNode" presStyleCnt="0"/>
      <dgm:spPr/>
    </dgm:pt>
    <dgm:pt modelId="{5E2D0B03-5CB8-4623-8273-A6DC80419D67}" type="pres">
      <dgm:prSet presAssocID="{8C4B7FD0-777C-47F1-890F-D0FA0E516A8E}" presName="iconBgRect" presStyleLbl="bgShp" presStyleIdx="1" presStyleCnt="4"/>
      <dgm:spPr/>
    </dgm:pt>
    <dgm:pt modelId="{A9823B35-30D0-4AF2-903C-C429FC2A4A16}" type="pres">
      <dgm:prSet presAssocID="{8C4B7FD0-777C-47F1-890F-D0FA0E516A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956D5A7A-2FAF-4B46-A22D-12E997E8A082}" type="pres">
      <dgm:prSet presAssocID="{8C4B7FD0-777C-47F1-890F-D0FA0E516A8E}" presName="spaceRect" presStyleCnt="0"/>
      <dgm:spPr/>
    </dgm:pt>
    <dgm:pt modelId="{14902267-F4EA-4752-A673-3747E6FB373A}" type="pres">
      <dgm:prSet presAssocID="{8C4B7FD0-777C-47F1-890F-D0FA0E516A8E}" presName="textRect" presStyleLbl="revTx" presStyleIdx="1" presStyleCnt="4">
        <dgm:presLayoutVars>
          <dgm:chMax val="1"/>
          <dgm:chPref val="1"/>
        </dgm:presLayoutVars>
      </dgm:prSet>
      <dgm:spPr/>
    </dgm:pt>
    <dgm:pt modelId="{5EE23721-DF2E-4E62-A136-C80B1C975E90}" type="pres">
      <dgm:prSet presAssocID="{A2031A72-2ECD-4EA7-A360-E0311D50238C}" presName="sibTrans" presStyleCnt="0"/>
      <dgm:spPr/>
    </dgm:pt>
    <dgm:pt modelId="{1989D4C5-0F75-46BB-A9DB-46DC59DACE14}" type="pres">
      <dgm:prSet presAssocID="{DA3CAC10-2492-45EE-B811-23D6DED11A64}" presName="compNode" presStyleCnt="0"/>
      <dgm:spPr/>
    </dgm:pt>
    <dgm:pt modelId="{C72C04F6-330F-4058-856C-F05B83A1691D}" type="pres">
      <dgm:prSet presAssocID="{DA3CAC10-2492-45EE-B811-23D6DED11A64}" presName="iconBgRect" presStyleLbl="bgShp" presStyleIdx="2" presStyleCnt="4"/>
      <dgm:spPr/>
    </dgm:pt>
    <dgm:pt modelId="{88C1E0E0-E09B-4F44-B441-23854B0EE1E0}" type="pres">
      <dgm:prSet presAssocID="{DA3CAC10-2492-45EE-B811-23D6DED11A6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FAA62A4-63E4-4017-B423-C3BE3757C62D}" type="pres">
      <dgm:prSet presAssocID="{DA3CAC10-2492-45EE-B811-23D6DED11A64}" presName="spaceRect" presStyleCnt="0"/>
      <dgm:spPr/>
    </dgm:pt>
    <dgm:pt modelId="{C3FE06C2-5B81-4E85-A538-8B11CD213FC9}" type="pres">
      <dgm:prSet presAssocID="{DA3CAC10-2492-45EE-B811-23D6DED11A64}" presName="textRect" presStyleLbl="revTx" presStyleIdx="2" presStyleCnt="4">
        <dgm:presLayoutVars>
          <dgm:chMax val="1"/>
          <dgm:chPref val="1"/>
        </dgm:presLayoutVars>
      </dgm:prSet>
      <dgm:spPr/>
    </dgm:pt>
    <dgm:pt modelId="{07D16F65-493F-4018-BD83-12CAA28B1645}" type="pres">
      <dgm:prSet presAssocID="{62B49A16-0B3B-4838-AC31-91021A6D070B}" presName="sibTrans" presStyleCnt="0"/>
      <dgm:spPr/>
    </dgm:pt>
    <dgm:pt modelId="{4A9127EB-CFD1-4F78-B1B4-B934536C25D6}" type="pres">
      <dgm:prSet presAssocID="{68C712A4-724B-4FB5-ACCE-09D0AD033DFC}" presName="compNode" presStyleCnt="0"/>
      <dgm:spPr/>
    </dgm:pt>
    <dgm:pt modelId="{D3BFDAE2-E0EF-454B-8CFD-D74FC21A7A53}" type="pres">
      <dgm:prSet presAssocID="{68C712A4-724B-4FB5-ACCE-09D0AD033DFC}" presName="iconBgRect" presStyleLbl="bgShp" presStyleIdx="3" presStyleCnt="4"/>
      <dgm:spPr/>
    </dgm:pt>
    <dgm:pt modelId="{DB9EDF5B-9D86-45A9-BA2A-17FA50AA9673}" type="pres">
      <dgm:prSet presAssocID="{68C712A4-724B-4FB5-ACCE-09D0AD033DF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39CDE64-6C8B-4379-A140-65248429C1E4}" type="pres">
      <dgm:prSet presAssocID="{68C712A4-724B-4FB5-ACCE-09D0AD033DFC}" presName="spaceRect" presStyleCnt="0"/>
      <dgm:spPr/>
    </dgm:pt>
    <dgm:pt modelId="{7C3C10BD-BBC3-416C-B000-F94592F41C13}" type="pres">
      <dgm:prSet presAssocID="{68C712A4-724B-4FB5-ACCE-09D0AD033DF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29F521E-5B98-4A54-BD55-40994E4D38E0}" type="presOf" srcId="{DA3CAC10-2492-45EE-B811-23D6DED11A64}" destId="{C3FE06C2-5B81-4E85-A538-8B11CD213FC9}" srcOrd="0" destOrd="0" presId="urn:microsoft.com/office/officeart/2018/5/layout/IconCircleLabelList"/>
    <dgm:cxn modelId="{E278E625-3B1C-4073-90C9-F3FD3C982236}" srcId="{AAAD31D0-1C20-426D-ABE6-CBA0EA41C9B7}" destId="{640C4887-8E75-46C7-A4E4-E8AA9D32F52F}" srcOrd="0" destOrd="0" parTransId="{892C1467-C4C7-4AC4-B3C2-B77B6B2FDDA8}" sibTransId="{E396BC0F-C39B-414F-97CA-062348281517}"/>
    <dgm:cxn modelId="{A68A003E-3B36-4BF8-945A-CE767E112B5B}" srcId="{AAAD31D0-1C20-426D-ABE6-CBA0EA41C9B7}" destId="{8C4B7FD0-777C-47F1-890F-D0FA0E516A8E}" srcOrd="1" destOrd="0" parTransId="{CA3021B3-906A-4CA4-892F-78697ECCBA48}" sibTransId="{A2031A72-2ECD-4EA7-A360-E0311D50238C}"/>
    <dgm:cxn modelId="{0A9C255A-676C-4124-9ECC-8987DF58C7CD}" srcId="{AAAD31D0-1C20-426D-ABE6-CBA0EA41C9B7}" destId="{68C712A4-724B-4FB5-ACCE-09D0AD033DFC}" srcOrd="3" destOrd="0" parTransId="{D818B695-B890-4EB9-BBD5-902E4BFA882A}" sibTransId="{D2ACF37C-E597-4537-9CDF-A5FB0D916165}"/>
    <dgm:cxn modelId="{9F8C8C9A-DB10-4FAB-A520-0AD70E2E8FAE}" type="presOf" srcId="{8C4B7FD0-777C-47F1-890F-D0FA0E516A8E}" destId="{14902267-F4EA-4752-A673-3747E6FB373A}" srcOrd="0" destOrd="0" presId="urn:microsoft.com/office/officeart/2018/5/layout/IconCircleLabelList"/>
    <dgm:cxn modelId="{E20EF0A0-A189-4715-9778-C3243364C196}" type="presOf" srcId="{640C4887-8E75-46C7-A4E4-E8AA9D32F52F}" destId="{6ECE44F3-3A5A-4BFC-9257-553F510E8CC8}" srcOrd="0" destOrd="0" presId="urn:microsoft.com/office/officeart/2018/5/layout/IconCircleLabelList"/>
    <dgm:cxn modelId="{342EF3CE-3F14-4702-BEE1-78C5A426F802}" type="presOf" srcId="{68C712A4-724B-4FB5-ACCE-09D0AD033DFC}" destId="{7C3C10BD-BBC3-416C-B000-F94592F41C13}" srcOrd="0" destOrd="0" presId="urn:microsoft.com/office/officeart/2018/5/layout/IconCircleLabelList"/>
    <dgm:cxn modelId="{A7E577D5-AF79-43D4-AFAE-4024A812D656}" type="presOf" srcId="{AAAD31D0-1C20-426D-ABE6-CBA0EA41C9B7}" destId="{0F7F68DD-4360-4197-934C-F4CD13A08756}" srcOrd="0" destOrd="0" presId="urn:microsoft.com/office/officeart/2018/5/layout/IconCircleLabelList"/>
    <dgm:cxn modelId="{74EB5FF0-C833-403A-B11B-1216A581D629}" srcId="{AAAD31D0-1C20-426D-ABE6-CBA0EA41C9B7}" destId="{DA3CAC10-2492-45EE-B811-23D6DED11A64}" srcOrd="2" destOrd="0" parTransId="{208AB85C-282A-4B26-925B-8C51C4A4FCF7}" sibTransId="{62B49A16-0B3B-4838-AC31-91021A6D070B}"/>
    <dgm:cxn modelId="{1119DC57-744F-4CD2-8DC6-8D2017CE9C8E}" type="presParOf" srcId="{0F7F68DD-4360-4197-934C-F4CD13A08756}" destId="{782E2996-21C5-4D8C-BAFF-C898F2A160A6}" srcOrd="0" destOrd="0" presId="urn:microsoft.com/office/officeart/2018/5/layout/IconCircleLabelList"/>
    <dgm:cxn modelId="{9173C87F-8CD4-4FDE-B13B-58AC31366CF2}" type="presParOf" srcId="{782E2996-21C5-4D8C-BAFF-C898F2A160A6}" destId="{1954EB5E-1719-4BD6-8848-19E1A5EC530A}" srcOrd="0" destOrd="0" presId="urn:microsoft.com/office/officeart/2018/5/layout/IconCircleLabelList"/>
    <dgm:cxn modelId="{D3895EBA-761C-459A-BCFE-EDB543A04236}" type="presParOf" srcId="{782E2996-21C5-4D8C-BAFF-C898F2A160A6}" destId="{D2D78F6D-CE99-4385-B6B1-47B68128A80C}" srcOrd="1" destOrd="0" presId="urn:microsoft.com/office/officeart/2018/5/layout/IconCircleLabelList"/>
    <dgm:cxn modelId="{A00C0053-92A3-4FD8-BC41-B6BD3206A33E}" type="presParOf" srcId="{782E2996-21C5-4D8C-BAFF-C898F2A160A6}" destId="{B9B8CEFD-EA9B-4B21-BD57-756D14A43972}" srcOrd="2" destOrd="0" presId="urn:microsoft.com/office/officeart/2018/5/layout/IconCircleLabelList"/>
    <dgm:cxn modelId="{918FFE46-F44E-4689-9D03-D0C10138B9C9}" type="presParOf" srcId="{782E2996-21C5-4D8C-BAFF-C898F2A160A6}" destId="{6ECE44F3-3A5A-4BFC-9257-553F510E8CC8}" srcOrd="3" destOrd="0" presId="urn:microsoft.com/office/officeart/2018/5/layout/IconCircleLabelList"/>
    <dgm:cxn modelId="{15649615-861F-4D13-ABD9-D06EB84876CF}" type="presParOf" srcId="{0F7F68DD-4360-4197-934C-F4CD13A08756}" destId="{DDE37927-EB4C-42DF-BA61-8EDAD192921B}" srcOrd="1" destOrd="0" presId="urn:microsoft.com/office/officeart/2018/5/layout/IconCircleLabelList"/>
    <dgm:cxn modelId="{C77C8DD0-054F-4022-BAED-DE2FAC987C7C}" type="presParOf" srcId="{0F7F68DD-4360-4197-934C-F4CD13A08756}" destId="{4F6DFDF3-DB0B-466B-B434-39E79AE140B6}" srcOrd="2" destOrd="0" presId="urn:microsoft.com/office/officeart/2018/5/layout/IconCircleLabelList"/>
    <dgm:cxn modelId="{D7D3CDA7-AAFA-430E-A34C-86786BD2BCE9}" type="presParOf" srcId="{4F6DFDF3-DB0B-466B-B434-39E79AE140B6}" destId="{5E2D0B03-5CB8-4623-8273-A6DC80419D67}" srcOrd="0" destOrd="0" presId="urn:microsoft.com/office/officeart/2018/5/layout/IconCircleLabelList"/>
    <dgm:cxn modelId="{F8CAE6DD-D3EA-44DE-B6BB-D82148901A1D}" type="presParOf" srcId="{4F6DFDF3-DB0B-466B-B434-39E79AE140B6}" destId="{A9823B35-30D0-4AF2-903C-C429FC2A4A16}" srcOrd="1" destOrd="0" presId="urn:microsoft.com/office/officeart/2018/5/layout/IconCircleLabelList"/>
    <dgm:cxn modelId="{2530CFDB-575B-41C0-9F27-AE611C1C1F31}" type="presParOf" srcId="{4F6DFDF3-DB0B-466B-B434-39E79AE140B6}" destId="{956D5A7A-2FAF-4B46-A22D-12E997E8A082}" srcOrd="2" destOrd="0" presId="urn:microsoft.com/office/officeart/2018/5/layout/IconCircleLabelList"/>
    <dgm:cxn modelId="{360D8BF9-15FC-4962-BF3E-E856DD05D943}" type="presParOf" srcId="{4F6DFDF3-DB0B-466B-B434-39E79AE140B6}" destId="{14902267-F4EA-4752-A673-3747E6FB373A}" srcOrd="3" destOrd="0" presId="urn:microsoft.com/office/officeart/2018/5/layout/IconCircleLabelList"/>
    <dgm:cxn modelId="{27035B62-41F2-4463-8FE8-D4327365FB23}" type="presParOf" srcId="{0F7F68DD-4360-4197-934C-F4CD13A08756}" destId="{5EE23721-DF2E-4E62-A136-C80B1C975E90}" srcOrd="3" destOrd="0" presId="urn:microsoft.com/office/officeart/2018/5/layout/IconCircleLabelList"/>
    <dgm:cxn modelId="{5E878766-B5E2-4166-B67D-78E597C1F51A}" type="presParOf" srcId="{0F7F68DD-4360-4197-934C-F4CD13A08756}" destId="{1989D4C5-0F75-46BB-A9DB-46DC59DACE14}" srcOrd="4" destOrd="0" presId="urn:microsoft.com/office/officeart/2018/5/layout/IconCircleLabelList"/>
    <dgm:cxn modelId="{53D1D85C-7A07-49EC-84DD-AE7A6EC6409E}" type="presParOf" srcId="{1989D4C5-0F75-46BB-A9DB-46DC59DACE14}" destId="{C72C04F6-330F-4058-856C-F05B83A1691D}" srcOrd="0" destOrd="0" presId="urn:microsoft.com/office/officeart/2018/5/layout/IconCircleLabelList"/>
    <dgm:cxn modelId="{AD63FBE8-99AC-4D2A-B10D-1B39C7A8F3AB}" type="presParOf" srcId="{1989D4C5-0F75-46BB-A9DB-46DC59DACE14}" destId="{88C1E0E0-E09B-4F44-B441-23854B0EE1E0}" srcOrd="1" destOrd="0" presId="urn:microsoft.com/office/officeart/2018/5/layout/IconCircleLabelList"/>
    <dgm:cxn modelId="{0436DC99-7AC0-4E7D-8BDB-1CBE21F32EDC}" type="presParOf" srcId="{1989D4C5-0F75-46BB-A9DB-46DC59DACE14}" destId="{9FAA62A4-63E4-4017-B423-C3BE3757C62D}" srcOrd="2" destOrd="0" presId="urn:microsoft.com/office/officeart/2018/5/layout/IconCircleLabelList"/>
    <dgm:cxn modelId="{2ABFCFD2-C379-416D-B41A-DB7904F28551}" type="presParOf" srcId="{1989D4C5-0F75-46BB-A9DB-46DC59DACE14}" destId="{C3FE06C2-5B81-4E85-A538-8B11CD213FC9}" srcOrd="3" destOrd="0" presId="urn:microsoft.com/office/officeart/2018/5/layout/IconCircleLabelList"/>
    <dgm:cxn modelId="{8CE1D4ED-5152-4175-8A6F-27FD956F16E9}" type="presParOf" srcId="{0F7F68DD-4360-4197-934C-F4CD13A08756}" destId="{07D16F65-493F-4018-BD83-12CAA28B1645}" srcOrd="5" destOrd="0" presId="urn:microsoft.com/office/officeart/2018/5/layout/IconCircleLabelList"/>
    <dgm:cxn modelId="{B3EFAB8C-0083-4E62-B732-1FB809B7A601}" type="presParOf" srcId="{0F7F68DD-4360-4197-934C-F4CD13A08756}" destId="{4A9127EB-CFD1-4F78-B1B4-B934536C25D6}" srcOrd="6" destOrd="0" presId="urn:microsoft.com/office/officeart/2018/5/layout/IconCircleLabelList"/>
    <dgm:cxn modelId="{38C1D6E7-7D39-45D4-A6BB-AB7D11E15FAE}" type="presParOf" srcId="{4A9127EB-CFD1-4F78-B1B4-B934536C25D6}" destId="{D3BFDAE2-E0EF-454B-8CFD-D74FC21A7A53}" srcOrd="0" destOrd="0" presId="urn:microsoft.com/office/officeart/2018/5/layout/IconCircleLabelList"/>
    <dgm:cxn modelId="{08D37332-C635-4D58-AE29-95DD2F23439D}" type="presParOf" srcId="{4A9127EB-CFD1-4F78-B1B4-B934536C25D6}" destId="{DB9EDF5B-9D86-45A9-BA2A-17FA50AA9673}" srcOrd="1" destOrd="0" presId="urn:microsoft.com/office/officeart/2018/5/layout/IconCircleLabelList"/>
    <dgm:cxn modelId="{8BB2E68A-0755-45A8-86AE-40E4B5B0B919}" type="presParOf" srcId="{4A9127EB-CFD1-4F78-B1B4-B934536C25D6}" destId="{439CDE64-6C8B-4379-A140-65248429C1E4}" srcOrd="2" destOrd="0" presId="urn:microsoft.com/office/officeart/2018/5/layout/IconCircleLabelList"/>
    <dgm:cxn modelId="{A5D0A416-66A5-490F-BFE9-BD5D3A87E691}" type="presParOf" srcId="{4A9127EB-CFD1-4F78-B1B4-B934536C25D6}" destId="{7C3C10BD-BBC3-416C-B000-F94592F41C1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54EB5E-1719-4BD6-8848-19E1A5EC530A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D78F6D-CE99-4385-B6B1-47B68128A80C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E44F3-3A5A-4BFC-9257-553F510E8CC8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Header file </a:t>
          </a:r>
        </a:p>
      </dsp:txBody>
      <dsp:txXfrm>
        <a:off x="100682" y="2684598"/>
        <a:ext cx="2370489" cy="720000"/>
      </dsp:txXfrm>
    </dsp:sp>
    <dsp:sp modelId="{5E2D0B03-5CB8-4623-8273-A6DC80419D67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823B35-30D0-4AF2-903C-C429FC2A4A16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902267-F4EA-4752-A673-3747E6FB373A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Variable</a:t>
          </a:r>
        </a:p>
      </dsp:txBody>
      <dsp:txXfrm>
        <a:off x="2886007" y="2684598"/>
        <a:ext cx="2370489" cy="720000"/>
      </dsp:txXfrm>
    </dsp:sp>
    <dsp:sp modelId="{C72C04F6-330F-4058-856C-F05B83A1691D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C1E0E0-E09B-4F44-B441-23854B0EE1E0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FE06C2-5B81-4E85-A538-8B11CD213FC9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Constant </a:t>
          </a:r>
        </a:p>
      </dsp:txBody>
      <dsp:txXfrm>
        <a:off x="5671332" y="2684598"/>
        <a:ext cx="2370489" cy="720000"/>
      </dsp:txXfrm>
    </dsp:sp>
    <dsp:sp modelId="{D3BFDAE2-E0EF-454B-8CFD-D74FC21A7A53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9EDF5B-9D86-45A9-BA2A-17FA50AA9673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C10BD-BBC3-416C-B000-F94592F41C13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Data type</a:t>
          </a:r>
        </a:p>
      </dsp:txBody>
      <dsp:txXfrm>
        <a:off x="8456657" y="2684598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D8919-CFD8-BF08-2740-980F7A189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6C8D7-C90F-0999-8432-EC6C8D606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31CD4-5BF3-DE91-4B2E-6FB1DF52E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41A67-6FF9-47F1-ADBF-24E000E3D8EA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1E9D0-0C0C-BED2-77F0-52D3AE387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CA75D-A98E-A8CE-6563-052456A77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4EB7-627F-48E8-8B1B-93896D276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782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2DE0-19A8-0B74-C3EE-81DA0D9FF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A237C-4836-7E04-1817-73AC0DE77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B7EDF-60BC-87FA-207C-5A3954083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41A67-6FF9-47F1-ADBF-24E000E3D8EA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E90F5-77B4-3AFD-1CE3-76399C63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4F9BB-B9C6-F227-3B13-4041D66ED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4EB7-627F-48E8-8B1B-93896D276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85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5647B-D157-987D-3BCA-EEC1029E0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FE441-BCB9-EC65-F7C1-B30F91918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31623-A596-4136-7BE3-77BC31A57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41A67-6FF9-47F1-ADBF-24E000E3D8EA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0474D-4D2D-CDC0-D1C0-00FC42DCB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0F5D8-608A-48EC-6D07-3E8A2AA9E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4EB7-627F-48E8-8B1B-93896D276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9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CE3B1-5DDA-1FCC-0811-200C6FA37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72F95-CB2F-004F-8060-C8ECD1C19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7763E-13EB-B1B7-3E6A-A39E980C1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7CAF6-0635-B1D5-B834-41C622ED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41A67-6FF9-47F1-ADBF-24E000E3D8EA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624EB-0529-E60F-CDDD-B778D0E78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0D51C-F671-4CE5-5205-A0C95E381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4EB7-627F-48E8-8B1B-93896D276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633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37F11-E167-BBCC-CCE7-0DEBD79C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977D2-1102-0732-40B4-E1E9D2378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4F88F-31E6-11E7-DF18-7008B0D83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DF0EB9-8F20-2FBD-6DF6-D5CC85654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1CC228-C2AC-7048-E159-804E1F0250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732363-EB2A-6B63-05F7-E3004F91C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41A67-6FF9-47F1-ADBF-24E000E3D8EA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468A97-0A34-BDBF-C151-B8C6E3BD6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09CC2F-65D5-DA47-23DB-96539A617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4EB7-627F-48E8-8B1B-93896D276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EDBDD-FB02-BFFE-A433-ED109043B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EB8F6-C20D-5ACF-7F5E-7022F4843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41A67-6FF9-47F1-ADBF-24E000E3D8EA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F1A208-0035-71F3-1D1C-64951B36E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AABCF-76E1-38C8-6180-2C62F4D7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4EB7-627F-48E8-8B1B-93896D276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037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1121D4-AC3E-5D5F-7D4A-5059C80C4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41A67-6FF9-47F1-ADBF-24E000E3D8EA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8F9CDE-CCD1-CADB-092C-D076B4937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E7DA0-6858-92B9-97D1-612E49745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4EB7-627F-48E8-8B1B-93896D276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728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F4269-7C33-86B8-A9C5-8505323B9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7CDC5-C868-B863-30FB-9A682BEF3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E0606-4ADF-CEC9-C2A3-489D78E21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F05B1-6EE8-CE4A-BA6D-0E4F8CCA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41A67-6FF9-47F1-ADBF-24E000E3D8EA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7A5B3-376F-C001-F9D2-52CF4E0E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1D67D-8D70-FFF4-A76B-8241124E5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4EB7-627F-48E8-8B1B-93896D276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3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A966-741C-D76A-423A-2A295B063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CAB097-C10F-C6FF-3747-57C098238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AB963-B91D-5BA9-3B31-6B89B8B49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EEF05-1366-E531-12B8-6B6809355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41A67-6FF9-47F1-ADBF-24E000E3D8EA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32B9D-F0A0-B443-122E-4B55D0989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D946D-D565-332B-FFB1-74922AEB8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4EB7-627F-48E8-8B1B-93896D276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11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21181-1FE7-0ED4-304A-21188EAB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F2213-AE37-46D2-B430-C4353DB86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CB787-3404-C2BF-3783-F17A09ACA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41A67-6FF9-47F1-ADBF-24E000E3D8EA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F4150-2B04-E354-F24B-96EB60582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CDF2A-1B85-B2C4-EEB0-F86BEFDF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4EB7-627F-48E8-8B1B-93896D276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36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EC18E0-3B6C-2643-0F96-51805D6CB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CE5F3E-9CCD-C40E-3C83-C9F693539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D6883-32CC-8B9B-C6AF-C690406D9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41A67-6FF9-47F1-ADBF-24E000E3D8EA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B6E2C-7882-F6F0-36CF-13D193720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BEC52-B316-765D-8B90-E76C0D2F6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4EB7-627F-48E8-8B1B-93896D276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09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9BC781-356E-D275-272B-4DF0BDD50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0CE4B-7889-A7CA-B485-92C83094B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4DAE4-4E81-C794-112E-C6B4038B0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41A67-6FF9-47F1-ADBF-24E000E3D8EA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8E445-FCE2-8BA6-9516-FC44BCBB0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79A11-4755-2250-FC2C-3B833AA56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34EB7-627F-48E8-8B1B-93896D276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4E595F-9BD3-1BEA-2357-92EA9DB02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Basic Programming in C Extracurricular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DAA21-0F9D-5715-41BA-5FE345C47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Intro to C programming (Header file, variable, constant, data type)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315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65E19C-1D88-0AD7-C1C8-5F9374A80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Outline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0CB73D-45BC-9EDA-C3AD-3F6791D4D5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244507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1970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0C793E59-2CC4-22A1-1F18-8D23D9A20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1803" y="1201002"/>
            <a:ext cx="7208197" cy="2779619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SHOWCASE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3388A82-9457-8376-36FC-085C964BEA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1803" y="4940490"/>
            <a:ext cx="7208197" cy="1265112"/>
          </a:xfrm>
        </p:spPr>
        <p:txBody>
          <a:bodyPr>
            <a:normAutofit/>
          </a:bodyPr>
          <a:lstStyle/>
          <a:p>
            <a:pPr algn="l"/>
            <a:endParaRPr lang="en-US">
              <a:solidFill>
                <a:srgbClr val="FFFFFF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028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CB381-E3B9-AEDF-5CB2-7A496F1FF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Header File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4284B2-CF3F-4649-2047-76850F368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000" b="0" i="0">
                <a:effectLst/>
                <a:latin typeface="Nunito" pitchFamily="2" charset="0"/>
              </a:rPr>
              <a:t>A header file is a file with extension </a:t>
            </a:r>
            <a:r>
              <a:rPr lang="en-US" sz="2000" b="1" i="0">
                <a:effectLst/>
                <a:latin typeface="Nunito" pitchFamily="2" charset="0"/>
              </a:rPr>
              <a:t>.h</a:t>
            </a:r>
            <a:r>
              <a:rPr lang="en-US" sz="2000" b="0" i="0">
                <a:effectLst/>
                <a:latin typeface="Nunito" pitchFamily="2" charset="0"/>
              </a:rPr>
              <a:t> which contains C function declarations and macro definitions to be shared between several source files.</a:t>
            </a:r>
          </a:p>
          <a:p>
            <a:r>
              <a:rPr lang="en-US" sz="2000" b="0" i="0">
                <a:effectLst/>
                <a:latin typeface="Nunito" pitchFamily="2" charset="0"/>
              </a:rPr>
              <a:t> There are two types of header files: the files that the programmer writes and the files that comes with your compiler.</a:t>
            </a:r>
            <a:endParaRPr lang="en-US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Content Placeholder 12">
            <a:extLst>
              <a:ext uri="{FF2B5EF4-FFF2-40B4-BE49-F238E27FC236}">
                <a16:creationId xmlns:a16="http://schemas.microsoft.com/office/drawing/2014/main" id="{36BD6528-92A9-C4EC-7147-B538A6407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1054958"/>
            <a:ext cx="4170530" cy="477997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6A2FD03-BAD6-CA8D-4AF8-6588F4A21264}"/>
              </a:ext>
            </a:extLst>
          </p:cNvPr>
          <p:cNvSpPr/>
          <p:nvPr/>
        </p:nvSpPr>
        <p:spPr>
          <a:xfrm>
            <a:off x="6677891" y="785091"/>
            <a:ext cx="2309091" cy="7481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47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CB381-E3B9-AEDF-5CB2-7A496F1FF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Header File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4284B2-CF3F-4649-2047-76850F368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000" b="0" i="0">
                <a:effectLst/>
                <a:latin typeface="Nunito" pitchFamily="2" charset="0"/>
              </a:rPr>
              <a:t>A header file is a file with extension </a:t>
            </a:r>
            <a:r>
              <a:rPr lang="en-US" sz="2000" b="1" i="0">
                <a:effectLst/>
                <a:latin typeface="Nunito" pitchFamily="2" charset="0"/>
              </a:rPr>
              <a:t>.h</a:t>
            </a:r>
            <a:r>
              <a:rPr lang="en-US" sz="2000" b="0" i="0">
                <a:effectLst/>
                <a:latin typeface="Nunito" pitchFamily="2" charset="0"/>
              </a:rPr>
              <a:t> which contains C function declarations and macro definitions to be shared between several source files.</a:t>
            </a:r>
          </a:p>
          <a:p>
            <a:r>
              <a:rPr lang="en-US" sz="2000" b="0" i="0">
                <a:effectLst/>
                <a:latin typeface="Nunito" pitchFamily="2" charset="0"/>
              </a:rPr>
              <a:t> There are two types of header files: the files that the programmer writes and the files that comes with your compiler.</a:t>
            </a:r>
            <a:endParaRPr lang="en-US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Content Placeholder 12">
            <a:extLst>
              <a:ext uri="{FF2B5EF4-FFF2-40B4-BE49-F238E27FC236}">
                <a16:creationId xmlns:a16="http://schemas.microsoft.com/office/drawing/2014/main" id="{36BD6528-92A9-C4EC-7147-B538A6407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1054958"/>
            <a:ext cx="4170530" cy="477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647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B44CD7-BC71-6534-8A0B-5F22E2F5C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1CF39-8AF3-4557-EC84-05D0996D0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000" b="0" i="0">
                <a:effectLst/>
                <a:latin typeface="Nunito" pitchFamily="2" charset="0"/>
              </a:rPr>
              <a:t>A variable is nothing but a name given to a storage area that our programs can manipulate. Each variable in C has a specific type, which determines the size and layout of the variable's memory; the range of values that can be stored within that memory; and the set of operations that can be applied to the variable.</a:t>
            </a:r>
            <a:endParaRPr lang="en-US" sz="2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Content Placeholder 12">
            <a:extLst>
              <a:ext uri="{FF2B5EF4-FFF2-40B4-BE49-F238E27FC236}">
                <a16:creationId xmlns:a16="http://schemas.microsoft.com/office/drawing/2014/main" id="{11EF662E-A46D-00B3-2B04-302D1CBAD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1054958"/>
            <a:ext cx="4170530" cy="47799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BF9E862-43B5-DC63-B42F-1D93E4F088F9}"/>
              </a:ext>
            </a:extLst>
          </p:cNvPr>
          <p:cNvSpPr/>
          <p:nvPr/>
        </p:nvSpPr>
        <p:spPr>
          <a:xfrm>
            <a:off x="7305964" y="2826099"/>
            <a:ext cx="3860800" cy="3789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25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B44CD7-BC71-6534-8A0B-5F22E2F5C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1CF39-8AF3-4557-EC84-05D0996D0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000" b="0" i="0">
                <a:effectLst/>
                <a:latin typeface="Nunito" pitchFamily="2" charset="0"/>
              </a:rPr>
              <a:t>A variable is nothing but a name given to a storage area that our programs can manipulate. Each variable in C has a specific type, which determines the size and layout of the variable's memory; the range of values that can be stored within that memory; and the set of operations that can be applied to the variable.</a:t>
            </a:r>
            <a:endParaRPr lang="en-US" sz="2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Content Placeholder 12">
            <a:extLst>
              <a:ext uri="{FF2B5EF4-FFF2-40B4-BE49-F238E27FC236}">
                <a16:creationId xmlns:a16="http://schemas.microsoft.com/office/drawing/2014/main" id="{11EF662E-A46D-00B3-2B04-302D1CBAD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1054958"/>
            <a:ext cx="4170530" cy="477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798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7930FF-AC6D-75F8-A992-41C70C7C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Constant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EB2A1-5EE6-D919-2AF0-A54CF33BD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000" b="0" i="0">
                <a:effectLst/>
                <a:latin typeface="Nunito" pitchFamily="2" charset="0"/>
              </a:rPr>
              <a:t>Constants refer to fixed values that the program may not alter during its execution</a:t>
            </a:r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Content Placeholder 12">
            <a:extLst>
              <a:ext uri="{FF2B5EF4-FFF2-40B4-BE49-F238E27FC236}">
                <a16:creationId xmlns:a16="http://schemas.microsoft.com/office/drawing/2014/main" id="{14700F25-C96D-D85C-5592-1CA3ABA3C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1054958"/>
            <a:ext cx="4170530" cy="477997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5BF9850-2D2F-7E5B-DB8E-80A4582C1929}"/>
              </a:ext>
            </a:extLst>
          </p:cNvPr>
          <p:cNvSpPr/>
          <p:nvPr/>
        </p:nvSpPr>
        <p:spPr>
          <a:xfrm>
            <a:off x="6852141" y="1477818"/>
            <a:ext cx="2522768" cy="4248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06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7930FF-AC6D-75F8-A992-41C70C7C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Constant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EB2A1-5EE6-D919-2AF0-A54CF33BD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000" b="0" i="0">
                <a:effectLst/>
                <a:latin typeface="Nunito" pitchFamily="2" charset="0"/>
              </a:rPr>
              <a:t>Constants refer to fixed values that the program may not alter during its execution</a:t>
            </a:r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Content Placeholder 12">
            <a:extLst>
              <a:ext uri="{FF2B5EF4-FFF2-40B4-BE49-F238E27FC236}">
                <a16:creationId xmlns:a16="http://schemas.microsoft.com/office/drawing/2014/main" id="{14700F25-C96D-D85C-5592-1CA3ABA3C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1054958"/>
            <a:ext cx="4170530" cy="477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67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CB0F-DC84-5006-78E7-66C5664A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Type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9A6956-45EA-9143-B59D-5D1B1B5458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2839988"/>
              </p:ext>
            </p:extLst>
          </p:nvPr>
        </p:nvGraphicFramePr>
        <p:xfrm>
          <a:off x="4502428" y="973210"/>
          <a:ext cx="7225749" cy="491158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654781">
                  <a:extLst>
                    <a:ext uri="{9D8B030D-6E8A-4147-A177-3AD203B41FA5}">
                      <a16:colId xmlns:a16="http://schemas.microsoft.com/office/drawing/2014/main" val="314597720"/>
                    </a:ext>
                  </a:extLst>
                </a:gridCol>
                <a:gridCol w="1625686">
                  <a:extLst>
                    <a:ext uri="{9D8B030D-6E8A-4147-A177-3AD203B41FA5}">
                      <a16:colId xmlns:a16="http://schemas.microsoft.com/office/drawing/2014/main" val="3419951891"/>
                    </a:ext>
                  </a:extLst>
                </a:gridCol>
                <a:gridCol w="2290501">
                  <a:extLst>
                    <a:ext uri="{9D8B030D-6E8A-4147-A177-3AD203B41FA5}">
                      <a16:colId xmlns:a16="http://schemas.microsoft.com/office/drawing/2014/main" val="1088625856"/>
                    </a:ext>
                  </a:extLst>
                </a:gridCol>
                <a:gridCol w="1654781">
                  <a:extLst>
                    <a:ext uri="{9D8B030D-6E8A-4147-A177-3AD203B41FA5}">
                      <a16:colId xmlns:a16="http://schemas.microsoft.com/office/drawing/2014/main" val="2237094585"/>
                    </a:ext>
                  </a:extLst>
                </a:gridCol>
              </a:tblGrid>
              <a:tr h="49055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cap="none" spc="0">
                          <a:solidFill>
                            <a:schemeClr val="tx1"/>
                          </a:solidFill>
                          <a:effectLst/>
                        </a:rPr>
                        <a:t>Data Type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cap="none" spc="0" dirty="0">
                          <a:solidFill>
                            <a:schemeClr val="tx1"/>
                          </a:solidFill>
                          <a:effectLst/>
                        </a:rPr>
                        <a:t>Memory (bytes)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cap="none" spc="0" dirty="0">
                          <a:solidFill>
                            <a:schemeClr val="tx1"/>
                          </a:solidFill>
                          <a:effectLst/>
                        </a:rPr>
                        <a:t>Range 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cap="none" spc="0" dirty="0">
                          <a:solidFill>
                            <a:schemeClr val="tx1"/>
                          </a:solidFill>
                          <a:effectLst/>
                        </a:rPr>
                        <a:t>Format Specifier 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47060"/>
                  </a:ext>
                </a:extLst>
              </a:tr>
              <a:tr h="34007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short int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2 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-32,768 to 32,767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r>
                        <a:rPr lang="en-US" sz="1200" b="0" cap="none" spc="0" err="1">
                          <a:solidFill>
                            <a:schemeClr val="tx1"/>
                          </a:solidFill>
                          <a:effectLst/>
                        </a:rPr>
                        <a:t>hd</a:t>
                      </a:r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966527"/>
                  </a:ext>
                </a:extLst>
              </a:tr>
              <a:tr h="34007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unsigned short int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 dirty="0">
                          <a:solidFill>
                            <a:schemeClr val="tx1"/>
                          </a:solidFill>
                          <a:effectLst/>
                        </a:rPr>
                        <a:t>2 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0 to 65,535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%hu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409809"/>
                  </a:ext>
                </a:extLst>
              </a:tr>
              <a:tr h="34007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unsigned int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4 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0 to 4,294,967,295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%u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667632"/>
                  </a:ext>
                </a:extLst>
              </a:tr>
              <a:tr h="34007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int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4 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-2,147,483,648 to 2,147,483,647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%d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577422"/>
                  </a:ext>
                </a:extLst>
              </a:tr>
              <a:tr h="34007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long int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4 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-2,147,483,648 to 2,147,483,647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r>
                        <a:rPr lang="en-US" sz="1200" b="0" cap="none" spc="0" err="1">
                          <a:solidFill>
                            <a:schemeClr val="tx1"/>
                          </a:solidFill>
                          <a:effectLst/>
                        </a:rPr>
                        <a:t>ld</a:t>
                      </a:r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726978"/>
                  </a:ext>
                </a:extLst>
              </a:tr>
              <a:tr h="34007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unsigned long int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4 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0 to 4,294,967,295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r>
                        <a:rPr lang="en-US" sz="1200" b="0" cap="none" spc="0" err="1">
                          <a:solidFill>
                            <a:schemeClr val="tx1"/>
                          </a:solidFill>
                          <a:effectLst/>
                        </a:rPr>
                        <a:t>lu</a:t>
                      </a:r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732466"/>
                  </a:ext>
                </a:extLst>
              </a:tr>
              <a:tr h="34007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long </a:t>
                      </a:r>
                      <a:r>
                        <a:rPr lang="en-US" sz="1200" b="0" cap="none" spc="0" err="1">
                          <a:solidFill>
                            <a:schemeClr val="tx1"/>
                          </a:solidFill>
                          <a:effectLst/>
                        </a:rPr>
                        <a:t>long</a:t>
                      </a:r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 int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8 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-(2^63) to (2^63)-1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r>
                        <a:rPr lang="en-US" sz="1200" b="0" cap="none" spc="0" err="1">
                          <a:solidFill>
                            <a:schemeClr val="tx1"/>
                          </a:solidFill>
                          <a:effectLst/>
                        </a:rPr>
                        <a:t>lld</a:t>
                      </a:r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880331"/>
                  </a:ext>
                </a:extLst>
              </a:tr>
              <a:tr h="34007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unsigned long </a:t>
                      </a:r>
                      <a:r>
                        <a:rPr lang="en-US" sz="1200" b="0" cap="none" spc="0" err="1">
                          <a:solidFill>
                            <a:schemeClr val="tx1"/>
                          </a:solidFill>
                          <a:effectLst/>
                        </a:rPr>
                        <a:t>long</a:t>
                      </a:r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 int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8 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0 to 18,446,744,073,709,551,615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r>
                        <a:rPr lang="en-US" sz="1200" b="0" cap="none" spc="0" err="1">
                          <a:solidFill>
                            <a:schemeClr val="tx1"/>
                          </a:solidFill>
                          <a:effectLst/>
                        </a:rPr>
                        <a:t>llu</a:t>
                      </a:r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299803"/>
                  </a:ext>
                </a:extLst>
              </a:tr>
              <a:tr h="34007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signed char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1 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-128 to 127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%c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099975"/>
                  </a:ext>
                </a:extLst>
              </a:tr>
              <a:tr h="34007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unsigned char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1 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0 to 255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%c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416443"/>
                  </a:ext>
                </a:extLst>
              </a:tr>
              <a:tr h="34007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float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4 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%f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855149"/>
                  </a:ext>
                </a:extLst>
              </a:tr>
              <a:tr h="34007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double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8 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r>
                        <a:rPr lang="en-US" sz="1200" b="0" cap="none" spc="0" err="1">
                          <a:solidFill>
                            <a:schemeClr val="tx1"/>
                          </a:solidFill>
                          <a:effectLst/>
                        </a:rPr>
                        <a:t>lf</a:t>
                      </a:r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946434"/>
                  </a:ext>
                </a:extLst>
              </a:tr>
              <a:tr h="34007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long double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>
                          <a:solidFill>
                            <a:schemeClr val="tx1"/>
                          </a:solidFill>
                          <a:effectLst/>
                        </a:rPr>
                        <a:t>16 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sz="1200" b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cap="none" spc="0" dirty="0"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r>
                        <a:rPr lang="en-US" sz="1200" b="0" cap="none" spc="0" dirty="0" err="1">
                          <a:solidFill>
                            <a:schemeClr val="tx1"/>
                          </a:solidFill>
                          <a:effectLst/>
                        </a:rPr>
                        <a:t>Lf</a:t>
                      </a:r>
                      <a:r>
                        <a:rPr lang="en-US" sz="1200" b="0" cap="none" spc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0" marR="45143" marT="18057" marB="1354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905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155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AEF68-E43B-B60B-0A2E-21FC52F70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766" y="1146412"/>
            <a:ext cx="9014348" cy="24020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4E324-B717-F498-8EAE-F10240E5F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765" y="4892722"/>
            <a:ext cx="6387155" cy="1078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Hidayaturrahman@binus.ac.id</a:t>
            </a:r>
          </a:p>
        </p:txBody>
      </p:sp>
    </p:spTree>
    <p:extLst>
      <p:ext uri="{BB962C8B-B14F-4D97-AF65-F5344CB8AC3E}">
        <p14:creationId xmlns:p14="http://schemas.microsoft.com/office/powerpoint/2010/main" val="16020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24E192473C424DB16F806B466E842B" ma:contentTypeVersion="14" ma:contentTypeDescription="Create a new document." ma:contentTypeScope="" ma:versionID="0e00aa4e35f203f6fa7ee5d79656b7ee">
  <xsd:schema xmlns:xsd="http://www.w3.org/2001/XMLSchema" xmlns:xs="http://www.w3.org/2001/XMLSchema" xmlns:p="http://schemas.microsoft.com/office/2006/metadata/properties" xmlns:ns3="23e817c5-3166-453d-a942-7535fb983427" xmlns:ns4="9419e161-9e5b-4733-9fe2-a51e8473c8f4" targetNamespace="http://schemas.microsoft.com/office/2006/metadata/properties" ma:root="true" ma:fieldsID="16450cf000a7041fbd75e1cd256ac28c" ns3:_="" ns4:_="">
    <xsd:import namespace="23e817c5-3166-453d-a942-7535fb983427"/>
    <xsd:import namespace="9419e161-9e5b-4733-9fe2-a51e8473c8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e817c5-3166-453d-a942-7535fb9834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19e161-9e5b-4733-9fe2-a51e8473c8f4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D20503D-7E41-46BF-A941-CC50981B34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e817c5-3166-453d-a942-7535fb983427"/>
    <ds:schemaRef ds:uri="9419e161-9e5b-4733-9fe2-a51e8473c8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0C7F17-6933-4426-9A78-83CAF84210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95030E-2E79-4D64-A872-A5C9EAB37CD7}">
  <ds:schemaRefs>
    <ds:schemaRef ds:uri="9419e161-9e5b-4733-9fe2-a51e8473c8f4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23e817c5-3166-453d-a942-7535fb98342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418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Nunito</vt:lpstr>
      <vt:lpstr>Office Theme</vt:lpstr>
      <vt:lpstr>Basic Programming in C Extracurricular</vt:lpstr>
      <vt:lpstr>Outline</vt:lpstr>
      <vt:lpstr>SHOWCASE</vt:lpstr>
      <vt:lpstr>Header File</vt:lpstr>
      <vt:lpstr>Header File</vt:lpstr>
      <vt:lpstr>Variable</vt:lpstr>
      <vt:lpstr>Variable</vt:lpstr>
      <vt:lpstr>Constant</vt:lpstr>
      <vt:lpstr>Constant</vt:lpstr>
      <vt:lpstr>Data Type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Programming in C Extracurricular</dc:title>
  <dc:creator>Hidayaturrahman</dc:creator>
  <cp:lastModifiedBy>Hidayaturrahman</cp:lastModifiedBy>
  <cp:revision>1</cp:revision>
  <dcterms:created xsi:type="dcterms:W3CDTF">2022-09-03T03:46:01Z</dcterms:created>
  <dcterms:modified xsi:type="dcterms:W3CDTF">2022-09-03T05:18:10Z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0x0101001324E192473C424DB16F806B466E842B</vt:lpwstr>
  </property>
</Properties>
</file>